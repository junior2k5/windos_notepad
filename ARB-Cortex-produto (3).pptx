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79" r:id="rId6"/>
    <p:sldId id="280" r:id="rId7"/>
    <p:sldId id="281" r:id="rId8"/>
    <p:sldId id="282" r:id="rId9"/>
    <p:sldId id="283" r:id="rId10"/>
    <p:sldId id="284" r:id="rId11"/>
    <p:sldId id="260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85" r:id="rId27"/>
    <p:sldId id="277" r:id="rId28"/>
    <p:sldId id="278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5" dt="2026-09-22T15:02:02.675"/>
    <p1510:client id="{78690D6D-01A0-3351-0915-DCD30F01A900}" v="20" dt="2026-09-22T20:59:09.534"/>
    <p1510:client id="{814E7249-2DA5-7D07-CE94-675DCA746CF1}" v="2" dt="2026-09-23T20:06:50.748"/>
    <p1510:client id="{F7A42FB5-A4F3-0600-6401-58093C3E18A4}" v="68" dt="2026-09-22T14:35:52.8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 Marcelo da Cruz Nunes" userId="S::andre.nunes@weai.com.br::9b09f208-691f-4573-b1e4-9e68905e2e66" providerId="AD" clId="Web-{00000000-0000-0000-0000-000000000000}"/>
    <pc:docChg chg="modSld">
      <pc:chgData name="Andre Marcelo da Cruz Nunes" userId="S::andre.nunes@weai.com.br::9b09f208-691f-4573-b1e4-9e68905e2e66" providerId="AD" clId="Web-{00000000-0000-0000-0000-000000000000}" dt="2026-09-22T15:02:02.675" v="16" actId="1076"/>
      <pc:docMkLst>
        <pc:docMk/>
      </pc:docMkLst>
      <pc:sldChg chg="modSp">
        <pc:chgData name="Andre Marcelo da Cruz Nunes" userId="S::andre.nunes@weai.com.br::9b09f208-691f-4573-b1e4-9e68905e2e66" providerId="AD" clId="Web-{00000000-0000-0000-0000-000000000000}" dt="2026-09-22T15:02:02.675" v="16" actId="1076"/>
        <pc:sldMkLst>
          <pc:docMk/>
          <pc:sldMk cId="0" sldId="256"/>
        </pc:sldMkLst>
        <pc:spChg chg="mod">
          <ac:chgData name="Andre Marcelo da Cruz Nunes" userId="S::andre.nunes@weai.com.br::9b09f208-691f-4573-b1e4-9e68905e2e66" providerId="AD" clId="Web-{00000000-0000-0000-0000-000000000000}" dt="2026-09-22T15:02:02.675" v="16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Andre Marcelo da Cruz Nunes" userId="S::andre.nunes@weai.com.br::9b09f208-691f-4573-b1e4-9e68905e2e66" providerId="AD" clId="Web-{00000000-0000-0000-0000-000000000000}" dt="2026-09-22T15:00:41.737" v="15" actId="20577"/>
          <ac:spMkLst>
            <pc:docMk/>
            <pc:sldMk cId="0" sldId="256"/>
            <ac:spMk id="6" creationId="{00000000-0000-0000-0000-000000000000}"/>
          </ac:spMkLst>
        </pc:spChg>
      </pc:sldChg>
      <pc:sldChg chg="modSp">
        <pc:chgData name="Andre Marcelo da Cruz Nunes" userId="S::andre.nunes@weai.com.br::9b09f208-691f-4573-b1e4-9e68905e2e66" providerId="AD" clId="Web-{00000000-0000-0000-0000-000000000000}" dt="2026-09-22T14:59:20.002" v="6" actId="20577"/>
        <pc:sldMkLst>
          <pc:docMk/>
          <pc:sldMk cId="0" sldId="258"/>
        </pc:sldMkLst>
        <pc:spChg chg="mod">
          <ac:chgData name="Andre Marcelo da Cruz Nunes" userId="S::andre.nunes@weai.com.br::9b09f208-691f-4573-b1e4-9e68905e2e66" providerId="AD" clId="Web-{00000000-0000-0000-0000-000000000000}" dt="2026-09-22T14:59:20.002" v="6" actId="20577"/>
          <ac:spMkLst>
            <pc:docMk/>
            <pc:sldMk cId="0" sldId="258"/>
            <ac:spMk id="11" creationId="{00000000-0000-0000-0000-000000000000}"/>
          </ac:spMkLst>
        </pc:spChg>
      </pc:sldChg>
      <pc:sldChg chg="delSp">
        <pc:chgData name="Andre Marcelo da Cruz Nunes" userId="S::andre.nunes@weai.com.br::9b09f208-691f-4573-b1e4-9e68905e2e66" providerId="AD" clId="Web-{00000000-0000-0000-0000-000000000000}" dt="2026-09-22T14:58:20.283" v="3"/>
        <pc:sldMkLst>
          <pc:docMk/>
          <pc:sldMk cId="0" sldId="262"/>
        </pc:sldMkLst>
        <pc:spChg chg="del">
          <ac:chgData name="Andre Marcelo da Cruz Nunes" userId="S::andre.nunes@weai.com.br::9b09f208-691f-4573-b1e4-9e68905e2e66" providerId="AD" clId="Web-{00000000-0000-0000-0000-000000000000}" dt="2026-09-22T14:58:20.283" v="3"/>
          <ac:spMkLst>
            <pc:docMk/>
            <pc:sldMk cId="0" sldId="262"/>
            <ac:spMk id="27" creationId="{00000000-0000-0000-0000-000000000000}"/>
          </ac:spMkLst>
        </pc:spChg>
        <pc:spChg chg="del">
          <ac:chgData name="Andre Marcelo da Cruz Nunes" userId="S::andre.nunes@weai.com.br::9b09f208-691f-4573-b1e4-9e68905e2e66" providerId="AD" clId="Web-{00000000-0000-0000-0000-000000000000}" dt="2026-09-22T14:58:20.283" v="2"/>
          <ac:spMkLst>
            <pc:docMk/>
            <pc:sldMk cId="0" sldId="262"/>
            <ac:spMk id="28" creationId="{00000000-0000-0000-0000-000000000000}"/>
          </ac:spMkLst>
        </pc:spChg>
        <pc:spChg chg="del">
          <ac:chgData name="Andre Marcelo da Cruz Nunes" userId="S::andre.nunes@weai.com.br::9b09f208-691f-4573-b1e4-9e68905e2e66" providerId="AD" clId="Web-{00000000-0000-0000-0000-000000000000}" dt="2026-09-22T14:58:20.267" v="0"/>
          <ac:spMkLst>
            <pc:docMk/>
            <pc:sldMk cId="0" sldId="262"/>
            <ac:spMk id="30" creationId="{00000000-0000-0000-0000-000000000000}"/>
          </ac:spMkLst>
        </pc:spChg>
        <pc:picChg chg="del">
          <ac:chgData name="Andre Marcelo da Cruz Nunes" userId="S::andre.nunes@weai.com.br::9b09f208-691f-4573-b1e4-9e68905e2e66" providerId="AD" clId="Web-{00000000-0000-0000-0000-000000000000}" dt="2026-09-22T14:58:20.283" v="1"/>
          <ac:picMkLst>
            <pc:docMk/>
            <pc:sldMk cId="0" sldId="262"/>
            <ac:picMk id="29" creationId="{00000000-0000-0000-0000-000000000000}"/>
          </ac:picMkLst>
        </pc:picChg>
      </pc:sldChg>
    </pc:docChg>
  </pc:docChgLst>
  <pc:docChgLst>
    <pc:chgData name="Andre Marcelo da Cruz Nunes" userId="S::andre.nunes@weai.com.br::9b09f208-691f-4573-b1e4-9e68905e2e66" providerId="AD" clId="Web-{2194E0F7-AD61-59D1-8F44-B6C23E3EAED5}"/>
    <pc:docChg chg="delSld modSld">
      <pc:chgData name="Andre Marcelo da Cruz Nunes" userId="S::andre.nunes@weai.com.br::9b09f208-691f-4573-b1e4-9e68905e2e66" providerId="AD" clId="Web-{2194E0F7-AD61-59D1-8F44-B6C23E3EAED5}" dt="2026-09-19T15:45:48.447" v="36"/>
      <pc:docMkLst>
        <pc:docMk/>
      </pc:docMkLst>
      <pc:sldChg chg="modSp">
        <pc:chgData name="Andre Marcelo da Cruz Nunes" userId="S::andre.nunes@weai.com.br::9b09f208-691f-4573-b1e4-9e68905e2e66" providerId="AD" clId="Web-{2194E0F7-AD61-59D1-8F44-B6C23E3EAED5}" dt="2026-09-19T15:33:08.370" v="3" actId="1076"/>
        <pc:sldMkLst>
          <pc:docMk/>
          <pc:sldMk cId="0" sldId="256"/>
        </pc:sldMkLst>
        <pc:spChg chg="mod">
          <ac:chgData name="Andre Marcelo da Cruz Nunes" userId="S::andre.nunes@weai.com.br::9b09f208-691f-4573-b1e4-9e68905e2e66" providerId="AD" clId="Web-{2194E0F7-AD61-59D1-8F44-B6C23E3EAED5}" dt="2026-09-19T15:33:05.495" v="2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Andre Marcelo da Cruz Nunes" userId="S::andre.nunes@weai.com.br::9b09f208-691f-4573-b1e4-9e68905e2e66" providerId="AD" clId="Web-{2194E0F7-AD61-59D1-8F44-B6C23E3EAED5}" dt="2026-09-19T15:33:08.370" v="3" actId="1076"/>
          <ac:spMkLst>
            <pc:docMk/>
            <pc:sldMk cId="0" sldId="256"/>
            <ac:spMk id="3" creationId="{00000000-0000-0000-0000-000000000000}"/>
          </ac:spMkLst>
        </pc:spChg>
      </pc:sldChg>
      <pc:sldChg chg="modSp">
        <pc:chgData name="Andre Marcelo da Cruz Nunes" userId="S::andre.nunes@weai.com.br::9b09f208-691f-4573-b1e4-9e68905e2e66" providerId="AD" clId="Web-{2194E0F7-AD61-59D1-8F44-B6C23E3EAED5}" dt="2026-09-19T15:33:58.153" v="6" actId="20577"/>
        <pc:sldMkLst>
          <pc:docMk/>
          <pc:sldMk cId="0" sldId="258"/>
        </pc:sldMkLst>
        <pc:spChg chg="mod">
          <ac:chgData name="Andre Marcelo da Cruz Nunes" userId="S::andre.nunes@weai.com.br::9b09f208-691f-4573-b1e4-9e68905e2e66" providerId="AD" clId="Web-{2194E0F7-AD61-59D1-8F44-B6C23E3EAED5}" dt="2026-09-19T15:33:58.153" v="6" actId="20577"/>
          <ac:spMkLst>
            <pc:docMk/>
            <pc:sldMk cId="0" sldId="258"/>
            <ac:spMk id="11" creationId="{00000000-0000-0000-0000-000000000000}"/>
          </ac:spMkLst>
        </pc:spChg>
      </pc:sldChg>
      <pc:sldChg chg="delSp">
        <pc:chgData name="Andre Marcelo da Cruz Nunes" userId="S::andre.nunes@weai.com.br::9b09f208-691f-4573-b1e4-9e68905e2e66" providerId="AD" clId="Web-{2194E0F7-AD61-59D1-8F44-B6C23E3EAED5}" dt="2026-09-19T15:45:48.447" v="36"/>
        <pc:sldMkLst>
          <pc:docMk/>
          <pc:sldMk cId="0" sldId="274"/>
        </pc:sldMkLst>
      </pc:sldChg>
      <pc:sldChg chg="modSp">
        <pc:chgData name="Andre Marcelo da Cruz Nunes" userId="S::andre.nunes@weai.com.br::9b09f208-691f-4573-b1e4-9e68905e2e66" providerId="AD" clId="Web-{2194E0F7-AD61-59D1-8F44-B6C23E3EAED5}" dt="2026-09-19T15:35:40.672" v="7" actId="20577"/>
        <pc:sldMkLst>
          <pc:docMk/>
          <pc:sldMk cId="0" sldId="279"/>
        </pc:sldMkLst>
        <pc:spChg chg="mod">
          <ac:chgData name="Andre Marcelo da Cruz Nunes" userId="S::andre.nunes@weai.com.br::9b09f208-691f-4573-b1e4-9e68905e2e66" providerId="AD" clId="Web-{2194E0F7-AD61-59D1-8F44-B6C23E3EAED5}" dt="2026-09-19T15:35:40.672" v="7" actId="20577"/>
          <ac:spMkLst>
            <pc:docMk/>
            <pc:sldMk cId="0" sldId="279"/>
            <ac:spMk id="15" creationId="{00000000-0000-0000-0000-000000000000}"/>
          </ac:spMkLst>
        </pc:spChg>
      </pc:sldChg>
      <pc:sldChg chg="modSp">
        <pc:chgData name="Andre Marcelo da Cruz Nunes" userId="S::andre.nunes@weai.com.br::9b09f208-691f-4573-b1e4-9e68905e2e66" providerId="AD" clId="Web-{2194E0F7-AD61-59D1-8F44-B6C23E3EAED5}" dt="2026-09-19T15:37:08.082" v="21" actId="20577"/>
        <pc:sldMkLst>
          <pc:docMk/>
          <pc:sldMk cId="0" sldId="280"/>
        </pc:sldMkLst>
        <pc:spChg chg="mod">
          <ac:chgData name="Andre Marcelo da Cruz Nunes" userId="S::andre.nunes@weai.com.br::9b09f208-691f-4573-b1e4-9e68905e2e66" providerId="AD" clId="Web-{2194E0F7-AD61-59D1-8F44-B6C23E3EAED5}" dt="2026-09-19T15:37:08.082" v="21" actId="20577"/>
          <ac:spMkLst>
            <pc:docMk/>
            <pc:sldMk cId="0" sldId="280"/>
            <ac:spMk id="10" creationId="{00000000-0000-0000-0000-000000000000}"/>
          </ac:spMkLst>
        </pc:spChg>
        <pc:spChg chg="mod">
          <ac:chgData name="Andre Marcelo da Cruz Nunes" userId="S::andre.nunes@weai.com.br::9b09f208-691f-4573-b1e4-9e68905e2e66" providerId="AD" clId="Web-{2194E0F7-AD61-59D1-8F44-B6C23E3EAED5}" dt="2026-09-19T15:36:07.611" v="8" actId="1076"/>
          <ac:spMkLst>
            <pc:docMk/>
            <pc:sldMk cId="0" sldId="280"/>
            <ac:spMk id="38" creationId="{00000000-0000-0000-0000-000000000000}"/>
          </ac:spMkLst>
        </pc:spChg>
        <pc:spChg chg="mod">
          <ac:chgData name="Andre Marcelo da Cruz Nunes" userId="S::andre.nunes@weai.com.br::9b09f208-691f-4573-b1e4-9e68905e2e66" providerId="AD" clId="Web-{2194E0F7-AD61-59D1-8F44-B6C23E3EAED5}" dt="2026-09-19T15:36:24.565" v="9" actId="1076"/>
          <ac:spMkLst>
            <pc:docMk/>
            <pc:sldMk cId="0" sldId="280"/>
            <ac:spMk id="39" creationId="{00000000-0000-0000-0000-000000000000}"/>
          </ac:spMkLst>
        </pc:spChg>
      </pc:sldChg>
      <pc:sldChg chg="modSp">
        <pc:chgData name="Andre Marcelo da Cruz Nunes" userId="S::andre.nunes@weai.com.br::9b09f208-691f-4573-b1e4-9e68905e2e66" providerId="AD" clId="Web-{2194E0F7-AD61-59D1-8F44-B6C23E3EAED5}" dt="2026-09-19T15:37:30.223" v="31" actId="20577"/>
        <pc:sldMkLst>
          <pc:docMk/>
          <pc:sldMk cId="0" sldId="281"/>
        </pc:sldMkLst>
        <pc:spChg chg="mod">
          <ac:chgData name="Andre Marcelo da Cruz Nunes" userId="S::andre.nunes@weai.com.br::9b09f208-691f-4573-b1e4-9e68905e2e66" providerId="AD" clId="Web-{2194E0F7-AD61-59D1-8F44-B6C23E3EAED5}" dt="2026-09-19T15:37:30.223" v="31" actId="20577"/>
          <ac:spMkLst>
            <pc:docMk/>
            <pc:sldMk cId="0" sldId="281"/>
            <ac:spMk id="7" creationId="{00000000-0000-0000-0000-000000000000}"/>
          </ac:spMkLst>
        </pc:spChg>
      </pc:sldChg>
    </pc:docChg>
  </pc:docChgLst>
  <pc:docChgLst>
    <pc:chgData name="Andre Marcelo da Cruz Nunes" userId="S::andre.nunes@weai.com.br::9b09f208-691f-4573-b1e4-9e68905e2e66" providerId="AD" clId="Web-{814E7249-2DA5-7D07-CE94-675DCA746CF1}"/>
    <pc:docChg chg="modSld">
      <pc:chgData name="Andre Marcelo da Cruz Nunes" userId="S::andre.nunes@weai.com.br::9b09f208-691f-4573-b1e4-9e68905e2e66" providerId="AD" clId="Web-{814E7249-2DA5-7D07-CE94-675DCA746CF1}" dt="2026-09-23T20:06:50.748" v="1" actId="20577"/>
      <pc:docMkLst>
        <pc:docMk/>
      </pc:docMkLst>
      <pc:sldChg chg="modSp">
        <pc:chgData name="Andre Marcelo da Cruz Nunes" userId="S::andre.nunes@weai.com.br::9b09f208-691f-4573-b1e4-9e68905e2e66" providerId="AD" clId="Web-{814E7249-2DA5-7D07-CE94-675DCA746CF1}" dt="2026-09-23T20:06:50.748" v="1" actId="20577"/>
        <pc:sldMkLst>
          <pc:docMk/>
          <pc:sldMk cId="0" sldId="256"/>
        </pc:sldMkLst>
        <pc:spChg chg="mod">
          <ac:chgData name="Andre Marcelo da Cruz Nunes" userId="S::andre.nunes@weai.com.br::9b09f208-691f-4573-b1e4-9e68905e2e66" providerId="AD" clId="Web-{814E7249-2DA5-7D07-CE94-675DCA746CF1}" dt="2026-09-23T20:06:50.748" v="1" actId="20577"/>
          <ac:spMkLst>
            <pc:docMk/>
            <pc:sldMk cId="0" sldId="256"/>
            <ac:spMk id="7" creationId="{00000000-0000-0000-0000-000000000000}"/>
          </ac:spMkLst>
        </pc:spChg>
      </pc:sldChg>
    </pc:docChg>
  </pc:docChgLst>
  <pc:docChgLst>
    <pc:chgData name="Andre Marcelo da Cruz Nunes" userId="S::andre.nunes@weai.com.br::9b09f208-691f-4573-b1e4-9e68905e2e66" providerId="AD" clId="Web-{78690D6D-01A0-3351-0915-DCD30F01A900}"/>
    <pc:docChg chg="modSld">
      <pc:chgData name="Andre Marcelo da Cruz Nunes" userId="S::andre.nunes@weai.com.br::9b09f208-691f-4573-b1e4-9e68905e2e66" providerId="AD" clId="Web-{78690D6D-01A0-3351-0915-DCD30F01A900}" dt="2026-09-22T20:59:09.534" v="16"/>
      <pc:docMkLst>
        <pc:docMk/>
      </pc:docMkLst>
      <pc:sldChg chg="delSp">
        <pc:chgData name="Andre Marcelo da Cruz Nunes" userId="S::andre.nunes@weai.com.br::9b09f208-691f-4573-b1e4-9e68905e2e66" providerId="AD" clId="Web-{78690D6D-01A0-3351-0915-DCD30F01A900}" dt="2026-09-22T20:59:09.534" v="16"/>
        <pc:sldMkLst>
          <pc:docMk/>
          <pc:sldMk cId="0" sldId="257"/>
        </pc:sldMkLst>
        <pc:spChg chg="del">
          <ac:chgData name="Andre Marcelo da Cruz Nunes" userId="S::andre.nunes@weai.com.br::9b09f208-691f-4573-b1e4-9e68905e2e66" providerId="AD" clId="Web-{78690D6D-01A0-3351-0915-DCD30F01A900}" dt="2026-09-22T20:59:09.534" v="16"/>
          <ac:spMkLst>
            <pc:docMk/>
            <pc:sldMk cId="0" sldId="257"/>
            <ac:spMk id="21" creationId="{00000000-0000-0000-0000-000000000000}"/>
          </ac:spMkLst>
        </pc:spChg>
        <pc:spChg chg="del">
          <ac:chgData name="Andre Marcelo da Cruz Nunes" userId="S::andre.nunes@weai.com.br::9b09f208-691f-4573-b1e4-9e68905e2e66" providerId="AD" clId="Web-{78690D6D-01A0-3351-0915-DCD30F01A900}" dt="2026-09-22T20:59:06.550" v="15"/>
          <ac:spMkLst>
            <pc:docMk/>
            <pc:sldMk cId="0" sldId="257"/>
            <ac:spMk id="22" creationId="{00000000-0000-0000-0000-000000000000}"/>
          </ac:spMkLst>
        </pc:spChg>
        <pc:spChg chg="del">
          <ac:chgData name="Andre Marcelo da Cruz Nunes" userId="S::andre.nunes@weai.com.br::9b09f208-691f-4573-b1e4-9e68905e2e66" providerId="AD" clId="Web-{78690D6D-01A0-3351-0915-DCD30F01A900}" dt="2026-09-22T20:59:03.518" v="14"/>
          <ac:spMkLst>
            <pc:docMk/>
            <pc:sldMk cId="0" sldId="257"/>
            <ac:spMk id="23" creationId="{00000000-0000-0000-0000-000000000000}"/>
          </ac:spMkLst>
        </pc:spChg>
      </pc:sldChg>
      <pc:sldChg chg="modSp">
        <pc:chgData name="Andre Marcelo da Cruz Nunes" userId="S::andre.nunes@weai.com.br::9b09f208-691f-4573-b1e4-9e68905e2e66" providerId="AD" clId="Web-{78690D6D-01A0-3351-0915-DCD30F01A900}" dt="2026-09-22T18:15:43.775" v="13" actId="20577"/>
        <pc:sldMkLst>
          <pc:docMk/>
          <pc:sldMk cId="0" sldId="259"/>
        </pc:sldMkLst>
        <pc:spChg chg="mod">
          <ac:chgData name="Andre Marcelo da Cruz Nunes" userId="S::andre.nunes@weai.com.br::9b09f208-691f-4573-b1e4-9e68905e2e66" providerId="AD" clId="Web-{78690D6D-01A0-3351-0915-DCD30F01A900}" dt="2026-09-22T18:15:43.775" v="13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Andre Marcelo da Cruz Nunes" userId="S::andre.nunes@weai.com.br::9b09f208-691f-4573-b1e4-9e68905e2e66" providerId="AD" clId="Web-{78690D6D-01A0-3351-0915-DCD30F01A900}" dt="2026-09-22T18:14:37.806" v="5" actId="20577"/>
          <ac:spMkLst>
            <pc:docMk/>
            <pc:sldMk cId="0" sldId="259"/>
            <ac:spMk id="11" creationId="{00000000-0000-0000-0000-000000000000}"/>
          </ac:spMkLst>
        </pc:spChg>
        <pc:spChg chg="mod">
          <ac:chgData name="Andre Marcelo da Cruz Nunes" userId="S::andre.nunes@weai.com.br::9b09f208-691f-4573-b1e4-9e68905e2e66" providerId="AD" clId="Web-{78690D6D-01A0-3351-0915-DCD30F01A900}" dt="2026-09-22T18:15:37.478" v="11" actId="20577"/>
          <ac:spMkLst>
            <pc:docMk/>
            <pc:sldMk cId="0" sldId="259"/>
            <ac:spMk id="29" creationId="{00000000-0000-0000-0000-000000000000}"/>
          </ac:spMkLst>
        </pc:spChg>
        <pc:spChg chg="mod">
          <ac:chgData name="Andre Marcelo da Cruz Nunes" userId="S::andre.nunes@weai.com.br::9b09f208-691f-4573-b1e4-9e68905e2e66" providerId="AD" clId="Web-{78690D6D-01A0-3351-0915-DCD30F01A900}" dt="2026-09-22T18:15:02.368" v="9" actId="20577"/>
          <ac:spMkLst>
            <pc:docMk/>
            <pc:sldMk cId="0" sldId="259"/>
            <ac:spMk id="33" creationId="{00000000-0000-0000-0000-000000000000}"/>
          </ac:spMkLst>
        </pc:spChg>
      </pc:sldChg>
    </pc:docChg>
  </pc:docChgLst>
  <pc:docChgLst>
    <pc:chgData name="Andre Marcelo da Cruz Nunes" userId="S::andre.nunes@weai.com.br::9b09f208-691f-4573-b1e4-9e68905e2e66" providerId="AD" clId="Web-{F7A42FB5-A4F3-0600-6401-58093C3E18A4}"/>
    <pc:docChg chg="addSld delSld modSld">
      <pc:chgData name="Andre Marcelo da Cruz Nunes" userId="S::andre.nunes@weai.com.br::9b09f208-691f-4573-b1e4-9e68905e2e66" providerId="AD" clId="Web-{F7A42FB5-A4F3-0600-6401-58093C3E18A4}" dt="2026-09-22T14:35:52.829" v="42"/>
      <pc:docMkLst>
        <pc:docMk/>
      </pc:docMkLst>
      <pc:sldChg chg="delSp modSp">
        <pc:chgData name="Andre Marcelo da Cruz Nunes" userId="S::andre.nunes@weai.com.br::9b09f208-691f-4573-b1e4-9e68905e2e66" providerId="AD" clId="Web-{F7A42FB5-A4F3-0600-6401-58093C3E18A4}" dt="2026-09-22T14:28:30.172" v="33" actId="1076"/>
        <pc:sldMkLst>
          <pc:docMk/>
          <pc:sldMk cId="0" sldId="268"/>
        </pc:sldMkLst>
        <pc:spChg chg="del">
          <ac:chgData name="Andre Marcelo da Cruz Nunes" userId="S::andre.nunes@weai.com.br::9b09f208-691f-4573-b1e4-9e68905e2e66" providerId="AD" clId="Web-{F7A42FB5-A4F3-0600-6401-58093C3E18A4}" dt="2026-09-22T14:28:20.766" v="25"/>
          <ac:spMkLst>
            <pc:docMk/>
            <pc:sldMk cId="0" sldId="268"/>
            <ac:spMk id="11" creationId="{00000000-0000-0000-0000-000000000000}"/>
          </ac:spMkLst>
        </pc:spChg>
        <pc:spChg chg="del">
          <ac:chgData name="Andre Marcelo da Cruz Nunes" userId="S::andre.nunes@weai.com.br::9b09f208-691f-4573-b1e4-9e68905e2e66" providerId="AD" clId="Web-{F7A42FB5-A4F3-0600-6401-58093C3E18A4}" dt="2026-09-22T14:28:20.766" v="24"/>
          <ac:spMkLst>
            <pc:docMk/>
            <pc:sldMk cId="0" sldId="268"/>
            <ac:spMk id="12" creationId="{00000000-0000-0000-0000-000000000000}"/>
          </ac:spMkLst>
        </pc:spChg>
        <pc:spChg chg="del">
          <ac:chgData name="Andre Marcelo da Cruz Nunes" userId="S::andre.nunes@weai.com.br::9b09f208-691f-4573-b1e4-9e68905e2e66" providerId="AD" clId="Web-{F7A42FB5-A4F3-0600-6401-58093C3E18A4}" dt="2026-09-22T14:28:20.766" v="23"/>
          <ac:spMkLst>
            <pc:docMk/>
            <pc:sldMk cId="0" sldId="268"/>
            <ac:spMk id="13" creationId="{00000000-0000-0000-0000-000000000000}"/>
          </ac:spMkLst>
        </pc:spChg>
        <pc:spChg chg="del">
          <ac:chgData name="Andre Marcelo da Cruz Nunes" userId="S::andre.nunes@weai.com.br::9b09f208-691f-4573-b1e4-9e68905e2e66" providerId="AD" clId="Web-{F7A42FB5-A4F3-0600-6401-58093C3E18A4}" dt="2026-09-22T14:28:20.766" v="22"/>
          <ac:spMkLst>
            <pc:docMk/>
            <pc:sldMk cId="0" sldId="268"/>
            <ac:spMk id="14" creationId="{00000000-0000-0000-0000-000000000000}"/>
          </ac:spMkLst>
        </pc:spChg>
        <pc:spChg chg="mod">
          <ac:chgData name="Andre Marcelo da Cruz Nunes" userId="S::andre.nunes@weai.com.br::9b09f208-691f-4573-b1e4-9e68905e2e66" providerId="AD" clId="Web-{F7A42FB5-A4F3-0600-6401-58093C3E18A4}" dt="2026-09-22T14:28:30.047" v="26" actId="1076"/>
          <ac:spMkLst>
            <pc:docMk/>
            <pc:sldMk cId="0" sldId="268"/>
            <ac:spMk id="15" creationId="{00000000-0000-0000-0000-000000000000}"/>
          </ac:spMkLst>
        </pc:spChg>
        <pc:spChg chg="mod">
          <ac:chgData name="Andre Marcelo da Cruz Nunes" userId="S::andre.nunes@weai.com.br::9b09f208-691f-4573-b1e4-9e68905e2e66" providerId="AD" clId="Web-{F7A42FB5-A4F3-0600-6401-58093C3E18A4}" dt="2026-09-22T14:28:30.062" v="27" actId="1076"/>
          <ac:spMkLst>
            <pc:docMk/>
            <pc:sldMk cId="0" sldId="268"/>
            <ac:spMk id="16" creationId="{00000000-0000-0000-0000-000000000000}"/>
          </ac:spMkLst>
        </pc:spChg>
        <pc:spChg chg="mod">
          <ac:chgData name="Andre Marcelo da Cruz Nunes" userId="S::andre.nunes@weai.com.br::9b09f208-691f-4573-b1e4-9e68905e2e66" providerId="AD" clId="Web-{F7A42FB5-A4F3-0600-6401-58093C3E18A4}" dt="2026-09-22T14:28:30.078" v="28" actId="1076"/>
          <ac:spMkLst>
            <pc:docMk/>
            <pc:sldMk cId="0" sldId="268"/>
            <ac:spMk id="17" creationId="{00000000-0000-0000-0000-000000000000}"/>
          </ac:spMkLst>
        </pc:spChg>
        <pc:spChg chg="mod">
          <ac:chgData name="Andre Marcelo da Cruz Nunes" userId="S::andre.nunes@weai.com.br::9b09f208-691f-4573-b1e4-9e68905e2e66" providerId="AD" clId="Web-{F7A42FB5-A4F3-0600-6401-58093C3E18A4}" dt="2026-09-22T14:28:30.109" v="29" actId="1076"/>
          <ac:spMkLst>
            <pc:docMk/>
            <pc:sldMk cId="0" sldId="268"/>
            <ac:spMk id="18" creationId="{00000000-0000-0000-0000-000000000000}"/>
          </ac:spMkLst>
        </pc:spChg>
        <pc:spChg chg="mod">
          <ac:chgData name="Andre Marcelo da Cruz Nunes" userId="S::andre.nunes@weai.com.br::9b09f208-691f-4573-b1e4-9e68905e2e66" providerId="AD" clId="Web-{F7A42FB5-A4F3-0600-6401-58093C3E18A4}" dt="2026-09-22T14:28:30.125" v="30" actId="1076"/>
          <ac:spMkLst>
            <pc:docMk/>
            <pc:sldMk cId="0" sldId="268"/>
            <ac:spMk id="19" creationId="{00000000-0000-0000-0000-000000000000}"/>
          </ac:spMkLst>
        </pc:spChg>
        <pc:spChg chg="mod">
          <ac:chgData name="Andre Marcelo da Cruz Nunes" userId="S::andre.nunes@weai.com.br::9b09f208-691f-4573-b1e4-9e68905e2e66" providerId="AD" clId="Web-{F7A42FB5-A4F3-0600-6401-58093C3E18A4}" dt="2026-09-22T14:28:30.141" v="31" actId="1076"/>
          <ac:spMkLst>
            <pc:docMk/>
            <pc:sldMk cId="0" sldId="268"/>
            <ac:spMk id="20" creationId="{00000000-0000-0000-0000-000000000000}"/>
          </ac:spMkLst>
        </pc:spChg>
        <pc:spChg chg="mod">
          <ac:chgData name="Andre Marcelo da Cruz Nunes" userId="S::andre.nunes@weai.com.br::9b09f208-691f-4573-b1e4-9e68905e2e66" providerId="AD" clId="Web-{F7A42FB5-A4F3-0600-6401-58093C3E18A4}" dt="2026-09-22T14:28:30.156" v="32" actId="1076"/>
          <ac:spMkLst>
            <pc:docMk/>
            <pc:sldMk cId="0" sldId="268"/>
            <ac:spMk id="21" creationId="{00000000-0000-0000-0000-000000000000}"/>
          </ac:spMkLst>
        </pc:spChg>
        <pc:spChg chg="mod">
          <ac:chgData name="Andre Marcelo da Cruz Nunes" userId="S::andre.nunes@weai.com.br::9b09f208-691f-4573-b1e4-9e68905e2e66" providerId="AD" clId="Web-{F7A42FB5-A4F3-0600-6401-58093C3E18A4}" dt="2026-09-22T14:28:30.172" v="33" actId="1076"/>
          <ac:spMkLst>
            <pc:docMk/>
            <pc:sldMk cId="0" sldId="268"/>
            <ac:spMk id="22" creationId="{00000000-0000-0000-0000-000000000000}"/>
          </ac:spMkLst>
        </pc:spChg>
      </pc:sldChg>
      <pc:sldChg chg="delSp modSp">
        <pc:chgData name="Andre Marcelo da Cruz Nunes" userId="S::andre.nunes@weai.com.br::9b09f208-691f-4573-b1e4-9e68905e2e66" providerId="AD" clId="Web-{F7A42FB5-A4F3-0600-6401-58093C3E18A4}" dt="2026-09-22T14:33:31.032" v="40" actId="20577"/>
        <pc:sldMkLst>
          <pc:docMk/>
          <pc:sldMk cId="0" sldId="272"/>
        </pc:sldMkLst>
        <pc:spChg chg="mod">
          <ac:chgData name="Andre Marcelo da Cruz Nunes" userId="S::andre.nunes@weai.com.br::9b09f208-691f-4573-b1e4-9e68905e2e66" providerId="AD" clId="Web-{F7A42FB5-A4F3-0600-6401-58093C3E18A4}" dt="2026-09-22T14:33:31.032" v="40" actId="20577"/>
          <ac:spMkLst>
            <pc:docMk/>
            <pc:sldMk cId="0" sldId="272"/>
            <ac:spMk id="6" creationId="{00000000-0000-0000-0000-000000000000}"/>
          </ac:spMkLst>
        </pc:spChg>
        <pc:spChg chg="del">
          <ac:chgData name="Andre Marcelo da Cruz Nunes" userId="S::andre.nunes@weai.com.br::9b09f208-691f-4573-b1e4-9e68905e2e66" providerId="AD" clId="Web-{F7A42FB5-A4F3-0600-6401-58093C3E18A4}" dt="2026-09-22T14:27:36.640" v="10"/>
          <ac:spMkLst>
            <pc:docMk/>
            <pc:sldMk cId="0" sldId="272"/>
            <ac:spMk id="7" creationId="{00000000-0000-0000-0000-000000000000}"/>
          </ac:spMkLst>
        </pc:spChg>
        <pc:spChg chg="del">
          <ac:chgData name="Andre Marcelo da Cruz Nunes" userId="S::andre.nunes@weai.com.br::9b09f208-691f-4573-b1e4-9e68905e2e66" providerId="AD" clId="Web-{F7A42FB5-A4F3-0600-6401-58093C3E18A4}" dt="2026-09-22T14:27:42.328" v="13"/>
          <ac:spMkLst>
            <pc:docMk/>
            <pc:sldMk cId="0" sldId="272"/>
            <ac:spMk id="8" creationId="{00000000-0000-0000-0000-000000000000}"/>
          </ac:spMkLst>
        </pc:spChg>
        <pc:spChg chg="del">
          <ac:chgData name="Andre Marcelo da Cruz Nunes" userId="S::andre.nunes@weai.com.br::9b09f208-691f-4573-b1e4-9e68905e2e66" providerId="AD" clId="Web-{F7A42FB5-A4F3-0600-6401-58093C3E18A4}" dt="2026-09-22T14:27:42.328" v="12"/>
          <ac:spMkLst>
            <pc:docMk/>
            <pc:sldMk cId="0" sldId="272"/>
            <ac:spMk id="9" creationId="{00000000-0000-0000-0000-000000000000}"/>
          </ac:spMkLst>
        </pc:spChg>
        <pc:spChg chg="del">
          <ac:chgData name="Andre Marcelo da Cruz Nunes" userId="S::andre.nunes@weai.com.br::9b09f208-691f-4573-b1e4-9e68905e2e66" providerId="AD" clId="Web-{F7A42FB5-A4F3-0600-6401-58093C3E18A4}" dt="2026-09-22T14:27:42.328" v="11"/>
          <ac:spMkLst>
            <pc:docMk/>
            <pc:sldMk cId="0" sldId="272"/>
            <ac:spMk id="10" creationId="{00000000-0000-0000-0000-000000000000}"/>
          </ac:spMkLst>
        </pc:spChg>
        <pc:spChg chg="mod">
          <ac:chgData name="Andre Marcelo da Cruz Nunes" userId="S::andre.nunes@weai.com.br::9b09f208-691f-4573-b1e4-9e68905e2e66" providerId="AD" clId="Web-{F7A42FB5-A4F3-0600-6401-58093C3E18A4}" dt="2026-09-22T14:27:50.625" v="14" actId="1076"/>
          <ac:spMkLst>
            <pc:docMk/>
            <pc:sldMk cId="0" sldId="272"/>
            <ac:spMk id="11" creationId="{00000000-0000-0000-0000-000000000000}"/>
          </ac:spMkLst>
        </pc:spChg>
        <pc:spChg chg="mod">
          <ac:chgData name="Andre Marcelo da Cruz Nunes" userId="S::andre.nunes@weai.com.br::9b09f208-691f-4573-b1e4-9e68905e2e66" providerId="AD" clId="Web-{F7A42FB5-A4F3-0600-6401-58093C3E18A4}" dt="2026-09-22T14:27:50.640" v="15" actId="1076"/>
          <ac:spMkLst>
            <pc:docMk/>
            <pc:sldMk cId="0" sldId="272"/>
            <ac:spMk id="12" creationId="{00000000-0000-0000-0000-000000000000}"/>
          </ac:spMkLst>
        </pc:spChg>
        <pc:spChg chg="mod">
          <ac:chgData name="Andre Marcelo da Cruz Nunes" userId="S::andre.nunes@weai.com.br::9b09f208-691f-4573-b1e4-9e68905e2e66" providerId="AD" clId="Web-{F7A42FB5-A4F3-0600-6401-58093C3E18A4}" dt="2026-09-22T14:27:50.656" v="16" actId="1076"/>
          <ac:spMkLst>
            <pc:docMk/>
            <pc:sldMk cId="0" sldId="272"/>
            <ac:spMk id="13" creationId="{00000000-0000-0000-0000-000000000000}"/>
          </ac:spMkLst>
        </pc:spChg>
        <pc:spChg chg="mod">
          <ac:chgData name="Andre Marcelo da Cruz Nunes" userId="S::andre.nunes@weai.com.br::9b09f208-691f-4573-b1e4-9e68905e2e66" providerId="AD" clId="Web-{F7A42FB5-A4F3-0600-6401-58093C3E18A4}" dt="2026-09-22T14:27:50.672" v="17" actId="1076"/>
          <ac:spMkLst>
            <pc:docMk/>
            <pc:sldMk cId="0" sldId="272"/>
            <ac:spMk id="14" creationId="{00000000-0000-0000-0000-000000000000}"/>
          </ac:spMkLst>
        </pc:spChg>
        <pc:spChg chg="mod">
          <ac:chgData name="Andre Marcelo da Cruz Nunes" userId="S::andre.nunes@weai.com.br::9b09f208-691f-4573-b1e4-9e68905e2e66" providerId="AD" clId="Web-{F7A42FB5-A4F3-0600-6401-58093C3E18A4}" dt="2026-09-22T14:27:50.687" v="18" actId="1076"/>
          <ac:spMkLst>
            <pc:docMk/>
            <pc:sldMk cId="0" sldId="272"/>
            <ac:spMk id="15" creationId="{00000000-0000-0000-0000-000000000000}"/>
          </ac:spMkLst>
        </pc:spChg>
        <pc:spChg chg="mod">
          <ac:chgData name="Andre Marcelo da Cruz Nunes" userId="S::andre.nunes@weai.com.br::9b09f208-691f-4573-b1e4-9e68905e2e66" providerId="AD" clId="Web-{F7A42FB5-A4F3-0600-6401-58093C3E18A4}" dt="2026-09-22T14:27:50.703" v="19" actId="1076"/>
          <ac:spMkLst>
            <pc:docMk/>
            <pc:sldMk cId="0" sldId="272"/>
            <ac:spMk id="16" creationId="{00000000-0000-0000-0000-000000000000}"/>
          </ac:spMkLst>
        </pc:spChg>
        <pc:spChg chg="mod">
          <ac:chgData name="Andre Marcelo da Cruz Nunes" userId="S::andre.nunes@weai.com.br::9b09f208-691f-4573-b1e4-9e68905e2e66" providerId="AD" clId="Web-{F7A42FB5-A4F3-0600-6401-58093C3E18A4}" dt="2026-09-22T14:27:50.719" v="20" actId="1076"/>
          <ac:spMkLst>
            <pc:docMk/>
            <pc:sldMk cId="0" sldId="272"/>
            <ac:spMk id="17" creationId="{00000000-0000-0000-0000-000000000000}"/>
          </ac:spMkLst>
        </pc:spChg>
        <pc:spChg chg="mod">
          <ac:chgData name="Andre Marcelo da Cruz Nunes" userId="S::andre.nunes@weai.com.br::9b09f208-691f-4573-b1e4-9e68905e2e66" providerId="AD" clId="Web-{F7A42FB5-A4F3-0600-6401-58093C3E18A4}" dt="2026-09-22T14:27:50.734" v="21" actId="1076"/>
          <ac:spMkLst>
            <pc:docMk/>
            <pc:sldMk cId="0" sldId="272"/>
            <ac:spMk id="18" creationId="{00000000-0000-0000-0000-000000000000}"/>
          </ac:spMkLst>
        </pc:spChg>
      </pc:sldChg>
      <pc:sldChg chg="modSp del">
        <pc:chgData name="Andre Marcelo da Cruz Nunes" userId="S::andre.nunes@weai.com.br::9b09f208-691f-4573-b1e4-9e68905e2e66" providerId="AD" clId="Web-{F7A42FB5-A4F3-0600-6401-58093C3E18A4}" dt="2026-09-22T14:26:04.156" v="7"/>
        <pc:sldMkLst>
          <pc:docMk/>
          <pc:sldMk cId="0" sldId="276"/>
        </pc:sldMkLst>
        <pc:graphicFrameChg chg="mod modGraphic">
          <ac:chgData name="Andre Marcelo da Cruz Nunes" userId="S::andre.nunes@weai.com.br::9b09f208-691f-4573-b1e4-9e68905e2e66" providerId="AD" clId="Web-{F7A42FB5-A4F3-0600-6401-58093C3E18A4}" dt="2026-09-22T14:24:42.843" v="6"/>
          <ac:graphicFrameMkLst>
            <pc:docMk/>
            <pc:sldMk cId="0" sldId="276"/>
            <ac:graphicFrameMk id="7" creationId="{00000000-0000-0000-0000-000000000000}"/>
          </ac:graphicFrameMkLst>
        </pc:graphicFrameChg>
      </pc:sldChg>
      <pc:sldChg chg="modSp">
        <pc:chgData name="Andre Marcelo da Cruz Nunes" userId="S::andre.nunes@weai.com.br::9b09f208-691f-4573-b1e4-9e68905e2e66" providerId="AD" clId="Web-{F7A42FB5-A4F3-0600-6401-58093C3E18A4}" dt="2026-09-22T14:27:06.984" v="9" actId="20577"/>
        <pc:sldMkLst>
          <pc:docMk/>
          <pc:sldMk cId="0" sldId="277"/>
        </pc:sldMkLst>
        <pc:spChg chg="mod">
          <ac:chgData name="Andre Marcelo da Cruz Nunes" userId="S::andre.nunes@weai.com.br::9b09f208-691f-4573-b1e4-9e68905e2e66" providerId="AD" clId="Web-{F7A42FB5-A4F3-0600-6401-58093C3E18A4}" dt="2026-09-22T14:27:06.984" v="9" actId="20577"/>
          <ac:spMkLst>
            <pc:docMk/>
            <pc:sldMk cId="0" sldId="277"/>
            <ac:spMk id="21" creationId="{00000000-0000-0000-0000-000000000000}"/>
          </ac:spMkLst>
        </pc:spChg>
      </pc:sldChg>
      <pc:sldChg chg="delSp">
        <pc:chgData name="Andre Marcelo da Cruz Nunes" userId="S::andre.nunes@weai.com.br::9b09f208-691f-4573-b1e4-9e68905e2e66" providerId="AD" clId="Web-{F7A42FB5-A4F3-0600-6401-58093C3E18A4}" dt="2026-09-22T14:29:48.313" v="37"/>
        <pc:sldMkLst>
          <pc:docMk/>
          <pc:sldMk cId="0" sldId="278"/>
        </pc:sldMkLst>
        <pc:spChg chg="del">
          <ac:chgData name="Andre Marcelo da Cruz Nunes" userId="S::andre.nunes@weai.com.br::9b09f208-691f-4573-b1e4-9e68905e2e66" providerId="AD" clId="Web-{F7A42FB5-A4F3-0600-6401-58093C3E18A4}" dt="2026-09-22T14:29:44.485" v="36"/>
          <ac:spMkLst>
            <pc:docMk/>
            <pc:sldMk cId="0" sldId="278"/>
            <ac:spMk id="17" creationId="{00000000-0000-0000-0000-000000000000}"/>
          </ac:spMkLst>
        </pc:spChg>
        <pc:spChg chg="del">
          <ac:chgData name="Andre Marcelo da Cruz Nunes" userId="S::andre.nunes@weai.com.br::9b09f208-691f-4573-b1e4-9e68905e2e66" providerId="AD" clId="Web-{F7A42FB5-A4F3-0600-6401-58093C3E18A4}" dt="2026-09-22T14:29:44.485" v="35"/>
          <ac:spMkLst>
            <pc:docMk/>
            <pc:sldMk cId="0" sldId="278"/>
            <ac:spMk id="19" creationId="{00000000-0000-0000-0000-000000000000}"/>
          </ac:spMkLst>
        </pc:spChg>
        <pc:spChg chg="del">
          <ac:chgData name="Andre Marcelo da Cruz Nunes" userId="S::andre.nunes@weai.com.br::9b09f208-691f-4573-b1e4-9e68905e2e66" providerId="AD" clId="Web-{F7A42FB5-A4F3-0600-6401-58093C3E18A4}" dt="2026-09-22T14:29:44.469" v="34"/>
          <ac:spMkLst>
            <pc:docMk/>
            <pc:sldMk cId="0" sldId="278"/>
            <ac:spMk id="20" creationId="{00000000-0000-0000-0000-000000000000}"/>
          </ac:spMkLst>
        </pc:spChg>
        <pc:spChg chg="del">
          <ac:chgData name="Andre Marcelo da Cruz Nunes" userId="S::andre.nunes@weai.com.br::9b09f208-691f-4573-b1e4-9e68905e2e66" providerId="AD" clId="Web-{F7A42FB5-A4F3-0600-6401-58093C3E18A4}" dt="2026-09-22T14:29:48.313" v="37"/>
          <ac:spMkLst>
            <pc:docMk/>
            <pc:sldMk cId="0" sldId="278"/>
            <ac:spMk id="21" creationId="{00000000-0000-0000-0000-000000000000}"/>
          </ac:spMkLst>
        </pc:spChg>
      </pc:sldChg>
      <pc:sldChg chg="new del">
        <pc:chgData name="Andre Marcelo da Cruz Nunes" userId="S::andre.nunes@weai.com.br::9b09f208-691f-4573-b1e4-9e68905e2e66" providerId="AD" clId="Web-{F7A42FB5-A4F3-0600-6401-58093C3E18A4}" dt="2026-09-22T14:35:52.829" v="42"/>
        <pc:sldMkLst>
          <pc:docMk/>
          <pc:sldMk cId="1326141548" sldId="2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DC7D0-0935-4C4D-B9A7-813CCD561778}" type="datetimeFigureOut"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E8984C-1311-4445-8EA6-F0DCF09166B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760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 DO APRESENTADOR — se surgir a objeção "nginx está em desuso na AWS":</a:t>
            </a:r>
          </a:p>
          <a:p>
            <a:endParaRPr/>
          </a:p>
          <a:p>
            <a:r>
              <a:t>1) O que está em fim de vida (mar/2026): o INGRESS-NGINX CONTROLLER da comunidade Kubernetes (repo kubernetes/ingress-nginx). O CORTEX NÃO USA esse controller.</a:t>
            </a:r>
          </a:p>
          <a:p>
            <a:r>
              <a:t>2) O que o Cortex usa: nginx como SERVIDOR WEB no container de front (serve o estático + reverse proxy). O nginx web server continua TOTALMENTE suportado — não faz parte da aposentadoria.</a:t>
            </a:r>
          </a:p>
          <a:p>
            <a:r>
              <a:t>3) Ingress do BMG: ALB (AWS Load Balancer Controller) — padrão AWS-native, é o que aparece neste diagrama. Ou seja, a aposentadoria do ingress-nginx não toca a arquitetura do produto.</a:t>
            </a:r>
          </a:p>
          <a:p>
            <a:r>
              <a:t>4) Se o BMG quiser eliminar até o nginx do front: o front é estático, então a migração para S3 + CloudFront (estático) + ALB (roteamento) é simples e sem impacto no produto — roadmap de aderência.</a:t>
            </a:r>
          </a:p>
          <a:p>
            <a:endParaRPr/>
          </a:p>
          <a:p>
            <a:r>
              <a:t>Fontes: kubernetes.io/blog (Ingress NGINX Retirement, nov/2025) · AWS Networking blog (guia de migração).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Detalhamento item a item: domínios DOC, PAD, CTX no checklist completo (ARB-Cortex-checklist.md).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Detalhamento item a item: domínios INF no checklist completo (ARB-Cortex-checklist.md).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Detalhamento item a item: domínios NET no checklist completo (ARB-Cortex-checklist.md).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Detalhamento item a item: domínios IAM no checklist completo (ARB-Cortex-checklist.md).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Detalhamento item a item: domínios SEC no checklist completo (ARB-Cortex-checklist.md).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Detalhamento item a item: domínios CRY no checklist completo (ARB-Cortex-checklist.md).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Detalhamento item a item: domínios LGPD no checklist completo (ARB-Cortex-checklist.md).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Detalhamento item a item: domínios REG no checklist completo (ARB-Cortex-checklist.md).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Detalhamento item a item: domínios IA no checklist completo (ARB-Cortex-checklist.md).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Detalhamento item a item: domínios APP no checklist completo (ARB-Cortex-checklist.md).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Detalhamento item a item: domínios OBS no checklist completo (ARB-Cortex-checklist.md).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Detalhamento item a item: domínios RES no checklist completo (ARB-Cortex-checklist.md).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Detalhamento item a item: domínios OPS, INT, FIN, CAP no checklist completo (ARB-Cortex-checklist.md).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7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97061" y="90823"/>
            <a:ext cx="3919062" cy="3835718"/>
          </a:xfrm>
          <a:prstGeom prst="ellipse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759077" y="4301490"/>
            <a:ext cx="2377440" cy="2377440"/>
          </a:xfrm>
          <a:prstGeom prst="ellipse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REVIEW BOARD</a:t>
            </a:r>
            <a:endParaRPr lang="en-US" sz="1400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Cortex</a:t>
            </a:r>
            <a:endParaRPr lang="en-US" sz="6000"/>
          </a:p>
        </p:txBody>
      </p:sp>
      <p:sp>
        <p:nvSpPr>
          <p:cNvPr id="6" name="Text 4"/>
          <p:cNvSpPr txBox="1"/>
          <p:nvPr/>
        </p:nvSpPr>
        <p:spPr>
          <a:xfrm>
            <a:off x="640080" y="30632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D0D4DA"/>
                </a:solidFill>
                <a:latin typeface="Arial"/>
                <a:ea typeface="Arial" pitchFamily="34" charset="-122"/>
                <a:cs typeface="Arial"/>
              </a:rPr>
              <a:t>Plataforma de </a:t>
            </a:r>
            <a:r>
              <a:rPr lang="en-US" sz="2000" err="1">
                <a:solidFill>
                  <a:srgbClr val="D0D4DA"/>
                </a:solidFill>
                <a:latin typeface="Arial"/>
                <a:ea typeface="Arial" pitchFamily="34" charset="-122"/>
                <a:cs typeface="Arial"/>
              </a:rPr>
              <a:t>suporte</a:t>
            </a:r>
            <a:r>
              <a:rPr lang="en-US" sz="2000">
                <a:solidFill>
                  <a:srgbClr val="D0D4DA"/>
                </a:solidFill>
                <a:latin typeface="Arial"/>
                <a:ea typeface="Arial" pitchFamily="34" charset="-122"/>
                <a:cs typeface="Arial"/>
              </a:rPr>
              <a:t> NOC/Field </a:t>
            </a:r>
            <a:r>
              <a:rPr lang="en-US" sz="2000" err="1">
                <a:solidFill>
                  <a:srgbClr val="D0D4DA"/>
                </a:solidFill>
                <a:latin typeface="Arial"/>
                <a:ea typeface="Arial" pitchFamily="34" charset="-122"/>
                <a:cs typeface="Arial"/>
              </a:rPr>
              <a:t>governado</a:t>
            </a:r>
            <a:r>
              <a:rPr lang="en-US" sz="2000">
                <a:solidFill>
                  <a:srgbClr val="D0D4DA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2000" err="1">
                <a:solidFill>
                  <a:srgbClr val="D0D4DA"/>
                </a:solidFill>
                <a:latin typeface="Arial"/>
                <a:ea typeface="Arial" pitchFamily="34" charset="-122"/>
                <a:cs typeface="Arial"/>
              </a:rPr>
              <a:t>por</a:t>
            </a:r>
            <a:r>
              <a:rPr lang="en-US" sz="2000">
                <a:solidFill>
                  <a:srgbClr val="D0D4DA"/>
                </a:solidFill>
                <a:latin typeface="Arial"/>
                <a:ea typeface="Arial" pitchFamily="34" charset="-122"/>
                <a:cs typeface="Arial"/>
              </a:rPr>
              <a:t> IA — </a:t>
            </a:r>
            <a:r>
              <a:rPr lang="en-US" sz="2000" err="1">
                <a:solidFill>
                  <a:srgbClr val="D0D4DA"/>
                </a:solidFill>
                <a:latin typeface="Arial"/>
                <a:ea typeface="Arial" pitchFamily="34" charset="-122"/>
                <a:cs typeface="Arial"/>
              </a:rPr>
              <a:t>apresentação</a:t>
            </a:r>
            <a:r>
              <a:rPr lang="en-US" sz="2000">
                <a:solidFill>
                  <a:srgbClr val="D0D4DA"/>
                </a:solidFill>
                <a:latin typeface="Arial"/>
                <a:ea typeface="Arial" pitchFamily="34" charset="-122"/>
                <a:cs typeface="Arial"/>
              </a:rPr>
              <a:t> do </a:t>
            </a:r>
            <a:r>
              <a:rPr lang="en-US" sz="2000" err="1">
                <a:solidFill>
                  <a:srgbClr val="D0D4DA"/>
                </a:solidFill>
                <a:latin typeface="Arial"/>
                <a:ea typeface="Arial" pitchFamily="34" charset="-122"/>
                <a:cs typeface="Arial"/>
              </a:rPr>
              <a:t>produto</a:t>
            </a:r>
            <a:r>
              <a:rPr lang="en-US" sz="2000">
                <a:solidFill>
                  <a:srgbClr val="D0D4DA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2000" err="1">
                <a:solidFill>
                  <a:srgbClr val="D0D4DA"/>
                </a:solidFill>
                <a:latin typeface="Arial"/>
                <a:ea typeface="Arial" pitchFamily="34" charset="-122"/>
                <a:cs typeface="Arial"/>
              </a:rPr>
              <a:t>pelo</a:t>
            </a:r>
            <a:r>
              <a:rPr lang="en-US" sz="2000">
                <a:solidFill>
                  <a:srgbClr val="D0D4DA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2000" err="1">
                <a:solidFill>
                  <a:srgbClr val="D0D4DA"/>
                </a:solidFill>
                <a:latin typeface="Arial"/>
                <a:ea typeface="Arial" pitchFamily="34" charset="-122"/>
                <a:cs typeface="Arial"/>
              </a:rPr>
              <a:t>fornecedor</a:t>
            </a:r>
            <a:endParaRPr lang="en-US" sz="2000" err="1">
              <a:latin typeface="Arial"/>
              <a:cs typeface="Arial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40080" y="5120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A0A6B0"/>
                </a:solidFill>
                <a:latin typeface="Arial"/>
                <a:ea typeface="Arial" pitchFamily="34" charset="-122"/>
                <a:cs typeface="Arial"/>
              </a:rPr>
              <a:t>Sigla: CORTEX    ·    </a:t>
            </a:r>
            <a:r>
              <a:rPr lang="en-US" sz="1200" err="1">
                <a:solidFill>
                  <a:srgbClr val="A0A6B0"/>
                </a:solidFill>
                <a:latin typeface="Arial"/>
                <a:ea typeface="Arial" pitchFamily="34" charset="-122"/>
                <a:cs typeface="Arial"/>
              </a:rPr>
              <a:t>Fornecedor</a:t>
            </a:r>
            <a:r>
              <a:rPr lang="en-US" sz="1200">
                <a:solidFill>
                  <a:srgbClr val="A0A6B0"/>
                </a:solidFill>
                <a:latin typeface="Arial"/>
                <a:ea typeface="Arial" pitchFamily="34" charset="-122"/>
                <a:cs typeface="Arial"/>
              </a:rPr>
              <a:t>: WE   ·    Caso: NOC / Field Service    ·    Data: [dd/mm/</a:t>
            </a:r>
            <a:r>
              <a:rPr lang="en-US" sz="1200" err="1">
                <a:solidFill>
                  <a:srgbClr val="A0A6B0"/>
                </a:solidFill>
                <a:latin typeface="Arial"/>
                <a:ea typeface="Arial" pitchFamily="34" charset="-122"/>
                <a:cs typeface="Arial"/>
              </a:rPr>
              <a:t>aaaa</a:t>
            </a:r>
            <a:r>
              <a:rPr lang="en-US" sz="1200">
                <a:solidFill>
                  <a:srgbClr val="A0A6B0"/>
                </a:solidFill>
                <a:latin typeface="Arial"/>
                <a:ea typeface="Arial" pitchFamily="34" charset="-122"/>
                <a:cs typeface="Arial"/>
              </a:rPr>
              <a:t>]</a:t>
            </a:r>
            <a:endParaRPr lang="en-US" sz="1200">
              <a:latin typeface="Arial"/>
              <a:cs typeface="Arial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40080" y="5532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Classificação: RESTRITA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232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640080" cy="640080"/>
          </a:xfrm>
          <a:prstGeom prst="ellipse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73152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/>
          </a:p>
        </p:txBody>
      </p:sp>
      <p:sp>
        <p:nvSpPr>
          <p:cNvPr id="5" name="Text 3"/>
          <p:cNvSpPr txBox="1"/>
          <p:nvPr/>
        </p:nvSpPr>
        <p:spPr>
          <a:xfrm>
            <a:off x="1600200" y="16459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e solução</a:t>
            </a:r>
            <a:endParaRPr lang="en-US" sz="170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640080" cy="640080"/>
          </a:xfrm>
          <a:prstGeom prst="ellipse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73152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/>
          </a:p>
        </p:txBody>
      </p:sp>
      <p:sp>
        <p:nvSpPr>
          <p:cNvPr id="8" name="Text 6"/>
          <p:cNvSpPr txBox="1"/>
          <p:nvPr/>
        </p:nvSpPr>
        <p:spPr>
          <a:xfrm>
            <a:off x="1600200" y="27432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da avaliação</a:t>
            </a:r>
            <a:endParaRPr lang="en-US" sz="1700"/>
          </a:p>
        </p:txBody>
      </p:sp>
      <p:sp>
        <p:nvSpPr>
          <p:cNvPr id="9" name="Shape 7"/>
          <p:cNvSpPr/>
          <p:nvPr/>
        </p:nvSpPr>
        <p:spPr>
          <a:xfrm>
            <a:off x="731520" y="3840480"/>
            <a:ext cx="640080" cy="640080"/>
          </a:xfrm>
          <a:prstGeom prst="ellipse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731520" y="3840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/>
          </a:p>
        </p:txBody>
      </p:sp>
      <p:sp>
        <p:nvSpPr>
          <p:cNvPr id="11" name="Text 9"/>
          <p:cNvSpPr txBox="1"/>
          <p:nvPr/>
        </p:nvSpPr>
        <p:spPr>
          <a:xfrm>
            <a:off x="1600200" y="384048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e infraestrutura</a:t>
            </a:r>
            <a:endParaRPr lang="en-US" sz="1700"/>
          </a:p>
        </p:txBody>
      </p:sp>
      <p:sp>
        <p:nvSpPr>
          <p:cNvPr id="12" name="Shape 10"/>
          <p:cNvSpPr/>
          <p:nvPr/>
        </p:nvSpPr>
        <p:spPr>
          <a:xfrm>
            <a:off x="731520" y="4937760"/>
            <a:ext cx="640080" cy="640080"/>
          </a:xfrm>
          <a:prstGeom prst="ellipse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73152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/>
          </a:p>
        </p:txBody>
      </p:sp>
      <p:sp>
        <p:nvSpPr>
          <p:cNvPr id="14" name="Text 12"/>
          <p:cNvSpPr txBox="1"/>
          <p:nvPr/>
        </p:nvSpPr>
        <p:spPr>
          <a:xfrm>
            <a:off x="1600200" y="49377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Segurança: rede, identidade, segredos e criptografia</a:t>
            </a:r>
            <a:endParaRPr lang="en-US" sz="1700"/>
          </a:p>
        </p:txBody>
      </p:sp>
      <p:sp>
        <p:nvSpPr>
          <p:cNvPr id="15" name="Shape 13"/>
          <p:cNvSpPr/>
          <p:nvPr/>
        </p:nvSpPr>
        <p:spPr>
          <a:xfrm>
            <a:off x="6309360" y="1645920"/>
            <a:ext cx="640080" cy="640080"/>
          </a:xfrm>
          <a:prstGeom prst="ellipse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630936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/>
          </a:p>
        </p:txBody>
      </p:sp>
      <p:sp>
        <p:nvSpPr>
          <p:cNvPr id="17" name="Text 15"/>
          <p:cNvSpPr txBox="1"/>
          <p:nvPr/>
        </p:nvSpPr>
        <p:spPr>
          <a:xfrm>
            <a:off x="7178040" y="16459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Dados, LGPD, regulatório e IA</a:t>
            </a:r>
            <a:endParaRPr lang="en-US" sz="1700"/>
          </a:p>
        </p:txBody>
      </p:sp>
      <p:sp>
        <p:nvSpPr>
          <p:cNvPr id="18" name="Shape 16"/>
          <p:cNvSpPr/>
          <p:nvPr/>
        </p:nvSpPr>
        <p:spPr>
          <a:xfrm>
            <a:off x="6309360" y="2743200"/>
            <a:ext cx="640080" cy="640080"/>
          </a:xfrm>
          <a:prstGeom prst="ellipse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630936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/>
          </a:p>
        </p:txBody>
      </p:sp>
      <p:sp>
        <p:nvSpPr>
          <p:cNvPr id="20" name="Text 18"/>
          <p:cNvSpPr txBox="1"/>
          <p:nvPr/>
        </p:nvSpPr>
        <p:spPr>
          <a:xfrm>
            <a:off x="7178040" y="27432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Aplicação, operação e continuidade</a:t>
            </a:r>
            <a:endParaRPr lang="en-US" sz="1700"/>
          </a:p>
        </p:txBody>
      </p:sp>
      <p:sp>
        <p:nvSpPr>
          <p:cNvPr id="24" name="Text 22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 · Cortex · RESTRITA</a:t>
            </a:r>
            <a:endParaRPr lang="en-US" sz="900"/>
          </a:p>
        </p:txBody>
      </p:sp>
      <p:sp>
        <p:nvSpPr>
          <p:cNvPr id="25" name="Text 2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232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e objetivo</a:t>
            </a:r>
            <a:endParaRPr lang="en-US" sz="300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 de terceiro instalado e operado na conta AWS do Bmg</a:t>
            </a:r>
            <a:endParaRPr lang="en-US" sz="140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2103120"/>
          </a:xfrm>
          <a:prstGeom prst="roundRect">
            <a:avLst>
              <a:gd name="adj" fmla="val 4348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202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8745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232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</a:t>
            </a:r>
            <a:endParaRPr lang="en-US" sz="1900"/>
          </a:p>
        </p:txBody>
      </p:sp>
      <p:sp>
        <p:nvSpPr>
          <p:cNvPr id="7" name="Text 4"/>
          <p:cNvSpPr txBox="1"/>
          <p:nvPr/>
        </p:nvSpPr>
        <p:spPr>
          <a:xfrm>
            <a:off x="868680" y="256032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 empacotado de fornecedor (não sistema interno do banco). Decisões de arquitetura tomadas ANTES do BMG, registradas em 47 ADRs. Governança de IA (gate humano + auditoria) é o núcleo.</a:t>
            </a:r>
            <a:endParaRPr lang="en-US" sz="1400"/>
          </a:p>
        </p:txBody>
      </p:sp>
      <p:sp>
        <p:nvSpPr>
          <p:cNvPr id="8" name="Shape 5"/>
          <p:cNvSpPr/>
          <p:nvPr/>
        </p:nvSpPr>
        <p:spPr>
          <a:xfrm>
            <a:off x="6172200" y="1600200"/>
            <a:ext cx="5440680" cy="2103120"/>
          </a:xfrm>
          <a:prstGeom prst="roundRect">
            <a:avLst>
              <a:gd name="adj" fmla="val 4348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92024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178040" y="18745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232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roda</a:t>
            </a:r>
            <a:endParaRPr lang="en-US" sz="1900"/>
          </a:p>
        </p:txBody>
      </p:sp>
      <p:sp>
        <p:nvSpPr>
          <p:cNvPr id="11" name="Text 7"/>
          <p:cNvSpPr txBox="1"/>
          <p:nvPr/>
        </p:nvSpPr>
        <p:spPr>
          <a:xfrm>
            <a:off x="6492240" y="256032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>
                <a:solidFill>
                  <a:srgbClr val="2B2F36"/>
                </a:solidFill>
                <a:latin typeface="Arial"/>
                <a:ea typeface="Arial" pitchFamily="34" charset="-122"/>
                <a:cs typeface="Arial"/>
              </a:rPr>
              <a:t>Conta AWS de </a:t>
            </a:r>
            <a:r>
              <a:rPr lang="en-US" sz="1400" err="1">
                <a:solidFill>
                  <a:srgbClr val="2B2F36"/>
                </a:solidFill>
                <a:latin typeface="Arial"/>
                <a:ea typeface="Arial" pitchFamily="34" charset="-122"/>
                <a:cs typeface="Arial"/>
              </a:rPr>
              <a:t>produção</a:t>
            </a:r>
            <a:r>
              <a:rPr lang="en-US" sz="1400">
                <a:solidFill>
                  <a:srgbClr val="2B2F36"/>
                </a:solidFill>
                <a:latin typeface="Arial"/>
                <a:ea typeface="Arial" pitchFamily="34" charset="-122"/>
                <a:cs typeface="Arial"/>
              </a:rPr>
              <a:t> do </a:t>
            </a:r>
            <a:r>
              <a:rPr lang="en-US" sz="1400" err="1">
                <a:solidFill>
                  <a:srgbClr val="2B2F36"/>
                </a:solidFill>
                <a:latin typeface="Arial"/>
                <a:ea typeface="Arial" pitchFamily="34" charset="-122"/>
                <a:cs typeface="Arial"/>
              </a:rPr>
              <a:t>Bmg</a:t>
            </a:r>
            <a:r>
              <a:rPr lang="en-US" sz="1400">
                <a:solidFill>
                  <a:srgbClr val="2B2F36"/>
                </a:solidFill>
                <a:latin typeface="Arial"/>
                <a:ea typeface="Arial" pitchFamily="34" charset="-122"/>
                <a:cs typeface="Arial"/>
              </a:rPr>
              <a:t>,  </a:t>
            </a:r>
            <a:r>
              <a:rPr lang="en-US" sz="1400" err="1">
                <a:solidFill>
                  <a:srgbClr val="2B2F36"/>
                </a:solidFill>
                <a:latin typeface="Arial"/>
                <a:ea typeface="Arial" pitchFamily="34" charset="-122"/>
                <a:cs typeface="Arial"/>
              </a:rPr>
              <a:t>em</a:t>
            </a:r>
            <a:r>
              <a:rPr lang="en-US" sz="1400">
                <a:solidFill>
                  <a:srgbClr val="2B2F36"/>
                </a:solidFill>
                <a:latin typeface="Arial"/>
                <a:ea typeface="Arial" pitchFamily="34" charset="-122"/>
                <a:cs typeface="Arial"/>
              </a:rPr>
              <a:t> cluster EKS.</a:t>
            </a:r>
            <a:endParaRPr lang="en-US" sz="1400">
              <a:latin typeface="Arial"/>
              <a:cs typeface="Arial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548640" y="3931920"/>
            <a:ext cx="5440680" cy="2103120"/>
          </a:xfrm>
          <a:prstGeom prst="roundRect">
            <a:avLst>
              <a:gd name="adj" fmla="val 4348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25196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54480" y="42062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232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opera</a:t>
            </a:r>
            <a:endParaRPr lang="en-US" sz="1900"/>
          </a:p>
        </p:txBody>
      </p:sp>
      <p:sp>
        <p:nvSpPr>
          <p:cNvPr id="15" name="Text 10"/>
          <p:cNvSpPr txBox="1"/>
          <p:nvPr/>
        </p:nvSpPr>
        <p:spPr>
          <a:xfrm>
            <a:off x="868680" y="489204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BMG provê o ambiente (conta, rede, EKS, banco, cofre); o fornecedor entrega e opera o produto. Encaixe: solução-pacote atrás de Interface-ACL.</a:t>
            </a:r>
            <a:endParaRPr lang="en-US" sz="1400"/>
          </a:p>
        </p:txBody>
      </p:sp>
      <p:sp>
        <p:nvSpPr>
          <p:cNvPr id="16" name="Shape 11"/>
          <p:cNvSpPr/>
          <p:nvPr/>
        </p:nvSpPr>
        <p:spPr>
          <a:xfrm>
            <a:off x="6172200" y="3931920"/>
            <a:ext cx="5440680" cy="2103120"/>
          </a:xfrm>
          <a:prstGeom prst="roundRect">
            <a:avLst>
              <a:gd name="adj" fmla="val 4348"/>
            </a:avLst>
          </a:prstGeom>
          <a:solidFill>
            <a:srgbClr val="FDE6D6"/>
          </a:solidFill>
          <a:ln w="12700">
            <a:solidFill>
              <a:srgbClr val="FDE6D6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425196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178040" y="42062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232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definir</a:t>
            </a:r>
            <a:endParaRPr lang="en-US" sz="1900"/>
          </a:p>
        </p:txBody>
      </p:sp>
      <p:sp>
        <p:nvSpPr>
          <p:cNvPr id="19" name="Text 13"/>
          <p:cNvSpPr txBox="1"/>
          <p:nvPr/>
        </p:nvSpPr>
        <p:spPr>
          <a:xfrm>
            <a:off x="6492240" y="489204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Caso: NOC / Field Service. LLM: Amazon Bedrock (na AWS do BMG). ITSM: FreshService→ServiceNow. Monitoração: Dynatrace.</a:t>
            </a:r>
            <a:endParaRPr lang="en-US" sz="1400"/>
          </a:p>
        </p:txBody>
      </p:sp>
      <p:sp>
        <p:nvSpPr>
          <p:cNvPr id="20" name="Text 1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 · Cortex · RESTRITA</a:t>
            </a:r>
            <a:endParaRPr lang="en-US" sz="900"/>
          </a:p>
        </p:txBody>
      </p:sp>
      <p:sp>
        <p:nvSpPr>
          <p:cNvPr id="21" name="Text 15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232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da solução</a:t>
            </a:r>
            <a:endParaRPr lang="en-US" sz="300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err="1">
                <a:solidFill>
                  <a:srgbClr val="6B7280"/>
                </a:solidFill>
                <a:latin typeface="Arial"/>
                <a:ea typeface="Arial" pitchFamily="34" charset="-122"/>
                <a:cs typeface="Arial"/>
              </a:rPr>
              <a:t>Arquitetura</a:t>
            </a:r>
            <a:r>
              <a:rPr lang="en-US" sz="1400">
                <a:solidFill>
                  <a:srgbClr val="6B7280"/>
                </a:solidFill>
                <a:latin typeface="Arial"/>
                <a:ea typeface="Arial" pitchFamily="34" charset="-122"/>
                <a:cs typeface="Arial"/>
              </a:rPr>
              <a:t> do </a:t>
            </a:r>
            <a:r>
              <a:rPr lang="en-US" sz="1400" err="1">
                <a:solidFill>
                  <a:srgbClr val="6B7280"/>
                </a:solidFill>
                <a:latin typeface="Arial"/>
                <a:ea typeface="Arial" pitchFamily="34" charset="-122"/>
                <a:cs typeface="Arial"/>
              </a:rPr>
              <a:t>produto</a:t>
            </a:r>
            <a:r>
              <a:rPr lang="en-US" sz="1400">
                <a:solidFill>
                  <a:srgbClr val="6B7280"/>
                </a:solidFill>
                <a:latin typeface="Arial"/>
                <a:ea typeface="Arial" pitchFamily="34" charset="-122"/>
                <a:cs typeface="Arial"/>
              </a:rPr>
              <a:t> (C4 </a:t>
            </a:r>
            <a:r>
              <a:rPr lang="en-US" sz="1400" err="1">
                <a:solidFill>
                  <a:srgbClr val="6B7280"/>
                </a:solidFill>
                <a:latin typeface="Arial"/>
                <a:ea typeface="Arial" pitchFamily="34" charset="-122"/>
                <a:cs typeface="Arial"/>
              </a:rPr>
              <a:t>nível</a:t>
            </a:r>
            <a:r>
              <a:rPr lang="en-US" sz="1400">
                <a:solidFill>
                  <a:srgbClr val="6B7280"/>
                </a:solidFill>
                <a:latin typeface="Arial"/>
                <a:ea typeface="Arial" pitchFamily="34" charset="-122"/>
                <a:cs typeface="Arial"/>
              </a:rPr>
              <a:t> 2/3) · </a:t>
            </a:r>
            <a:r>
              <a:rPr lang="en-US" sz="1400" err="1">
                <a:solidFill>
                  <a:srgbClr val="6B7280"/>
                </a:solidFill>
                <a:latin typeface="Arial"/>
                <a:ea typeface="Arial" pitchFamily="34" charset="-122"/>
                <a:cs typeface="Arial"/>
              </a:rPr>
              <a:t>sobre</a:t>
            </a:r>
            <a:r>
              <a:rPr lang="en-US" sz="1400">
                <a:solidFill>
                  <a:srgbClr val="6B728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err="1">
                <a:solidFill>
                  <a:srgbClr val="6B7280"/>
                </a:solidFill>
                <a:latin typeface="Arial"/>
                <a:ea typeface="Arial" pitchFamily="34" charset="-122"/>
                <a:cs typeface="Arial"/>
              </a:rPr>
              <a:t>serviços</a:t>
            </a:r>
            <a:r>
              <a:rPr lang="en-US" sz="1400">
                <a:solidFill>
                  <a:srgbClr val="6B728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err="1">
                <a:solidFill>
                  <a:srgbClr val="6B7280"/>
                </a:solidFill>
                <a:latin typeface="Arial"/>
                <a:ea typeface="Arial" pitchFamily="34" charset="-122"/>
                <a:cs typeface="Arial"/>
              </a:rPr>
              <a:t>gerenciados</a:t>
            </a:r>
            <a:r>
              <a:rPr lang="en-US" sz="1400">
                <a:solidFill>
                  <a:srgbClr val="6B7280"/>
                </a:solidFill>
                <a:latin typeface="Arial"/>
                <a:ea typeface="Arial" pitchFamily="34" charset="-122"/>
                <a:cs typeface="Arial"/>
              </a:rPr>
              <a:t> </a:t>
            </a:r>
            <a:endParaRPr lang="en-US" sz="1400"/>
          </a:p>
        </p:txBody>
      </p:sp>
      <p:sp>
        <p:nvSpPr>
          <p:cNvPr id="4" name="Shape 2"/>
          <p:cNvSpPr/>
          <p:nvPr/>
        </p:nvSpPr>
        <p:spPr>
          <a:xfrm>
            <a:off x="2606040" y="1508760"/>
            <a:ext cx="6446520" cy="4754880"/>
          </a:xfrm>
          <a:prstGeom prst="roundRect">
            <a:avLst>
              <a:gd name="adj" fmla="val 1923"/>
            </a:avLst>
          </a:prstGeom>
          <a:solidFill>
            <a:srgbClr val="F2F3F5"/>
          </a:solidFill>
          <a:ln w="12700">
            <a:solidFill>
              <a:srgbClr val="D6D9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2743200" y="1572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 AWS Bmg · produção · sa-east-1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>
          <a:xfrm>
            <a:off x="9418320" y="1508760"/>
            <a:ext cx="2240280" cy="4754880"/>
          </a:xfrm>
          <a:prstGeom prst="roundRect">
            <a:avLst>
              <a:gd name="adj" fmla="val 4082"/>
            </a:avLst>
          </a:prstGeom>
          <a:solidFill>
            <a:srgbClr val="FDE6D6"/>
          </a:solidFill>
          <a:ln w="12700">
            <a:solidFill>
              <a:srgbClr val="FDE6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9555480" y="1572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Serviços externos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502920" y="205740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23272F"/>
          </a:solidFill>
          <a:ln w="12700">
            <a:solidFill>
              <a:srgbClr val="23272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502920" y="2057400"/>
            <a:ext cx="17373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Usuários internos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502920" y="324612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23272F"/>
          </a:solidFill>
          <a:ln w="12700">
            <a:solidFill>
              <a:srgbClr val="23272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502920" y="3246120"/>
            <a:ext cx="17373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Observability  (</a:t>
            </a:r>
            <a:r>
              <a:rPr lang="en-US" sz="1100" b="1" err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alertas</a:t>
            </a:r>
            <a:r>
              <a:rPr lang="en-US" sz="1100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)</a:t>
            </a:r>
            <a:endParaRPr lang="en-US" sz="1100">
              <a:latin typeface="Arial"/>
              <a:cs typeface="Arial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02920" y="507492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3702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502920" y="5074920"/>
            <a:ext cx="173736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GitLab do fornecedor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(build e deploy)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2834640" y="251460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6D9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2834640" y="2514600"/>
            <a:ext cx="155448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WAF + TLS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 interno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4800600" y="23317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4800600" y="2331720"/>
            <a:ext cx="1920240" cy="11887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 · namespace cortex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+ workers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NetworkPolicy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7086600" y="1920240"/>
            <a:ext cx="1783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6D9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7086600" y="1920240"/>
            <a:ext cx="178308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RDS PostgreSQL 16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pgvector · Multi-AZ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7086600" y="2788920"/>
            <a:ext cx="1783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6D9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7086600" y="2788920"/>
            <a:ext cx="178308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ElastiCache Redis 7.1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Multi-AZ · TLS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7086600" y="3657600"/>
            <a:ext cx="1783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6D9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7086600" y="3657600"/>
            <a:ext cx="178308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· base de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conhecimento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7086600" y="4526280"/>
            <a:ext cx="1783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6D9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7086600" y="4526280"/>
            <a:ext cx="178308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Manager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KMS (via IRSA)</a:t>
            </a:r>
            <a:endParaRPr lang="en-US" sz="1000"/>
          </a:p>
        </p:txBody>
      </p:sp>
      <p:sp>
        <p:nvSpPr>
          <p:cNvPr id="26" name="Shape 24"/>
          <p:cNvSpPr/>
          <p:nvPr/>
        </p:nvSpPr>
        <p:spPr>
          <a:xfrm>
            <a:off x="2834640" y="512064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D9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 txBox="1"/>
          <p:nvPr/>
        </p:nvSpPr>
        <p:spPr>
          <a:xfrm>
            <a:off x="2834640" y="5120640"/>
            <a:ext cx="155448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ECR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(imagens)</a:t>
            </a:r>
            <a:endParaRPr lang="en-US" sz="1000"/>
          </a:p>
        </p:txBody>
      </p:sp>
      <p:sp>
        <p:nvSpPr>
          <p:cNvPr id="28" name="Shape 26"/>
          <p:cNvSpPr/>
          <p:nvPr/>
        </p:nvSpPr>
        <p:spPr>
          <a:xfrm>
            <a:off x="4800600" y="512064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D9DE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4800600" y="5120640"/>
            <a:ext cx="192024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2B2F36"/>
                </a:solidFill>
                <a:latin typeface="Arial"/>
                <a:ea typeface="Arial" pitchFamily="34" charset="-122"/>
                <a:cs typeface="Arial"/>
              </a:rPr>
              <a:t>allow-list (rede )</a:t>
            </a:r>
            <a:endParaRPr lang="en-US" sz="1000">
              <a:latin typeface="Arial"/>
              <a:cs typeface="Arial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601200" y="3154680"/>
            <a:ext cx="18745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D9DE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9601200" y="3154680"/>
            <a:ext cx="187452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Bedrock (LLM · AWS)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>
          <a:xfrm>
            <a:off x="9601200" y="4206240"/>
            <a:ext cx="18745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D9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9601200" y="4206240"/>
            <a:ext cx="187452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2B2F36"/>
                </a:solidFill>
                <a:latin typeface="Arial"/>
                <a:cs typeface="Arial"/>
              </a:rPr>
              <a:t>ITSM</a:t>
            </a:r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9601200" y="5212080"/>
            <a:ext cx="18745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D9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9601200" y="5212080"/>
            <a:ext cx="187452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Automação</a:t>
            </a:r>
            <a:endParaRPr lang="en-US" sz="1100"/>
          </a:p>
        </p:txBody>
      </p:sp>
      <p:sp>
        <p:nvSpPr>
          <p:cNvPr id="36" name="Shape 34"/>
          <p:cNvSpPr/>
          <p:nvPr/>
        </p:nvSpPr>
        <p:spPr>
          <a:xfrm>
            <a:off x="9601200" y="2103120"/>
            <a:ext cx="18745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D9DE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 txBox="1"/>
          <p:nvPr/>
        </p:nvSpPr>
        <p:spPr>
          <a:xfrm>
            <a:off x="9601200" y="2103120"/>
            <a:ext cx="187452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 OIDC (Entra)</a:t>
            </a:r>
            <a:endParaRPr lang="en-US" sz="1000"/>
          </a:p>
        </p:txBody>
      </p:sp>
      <p:sp>
        <p:nvSpPr>
          <p:cNvPr id="38" name="Shape 36"/>
          <p:cNvSpPr/>
          <p:nvPr/>
        </p:nvSpPr>
        <p:spPr>
          <a:xfrm>
            <a:off x="2240280" y="2377440"/>
            <a:ext cx="594360" cy="411480"/>
          </a:xfrm>
          <a:prstGeom prst="line">
            <a:avLst/>
          </a:prstGeom>
          <a:noFill/>
          <a:ln w="19050">
            <a:solidFill>
              <a:srgbClr val="8A919C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 flipV="1">
            <a:off x="2240280" y="3108960"/>
            <a:ext cx="594360" cy="457200"/>
          </a:xfrm>
          <a:prstGeom prst="line">
            <a:avLst/>
          </a:prstGeom>
          <a:noFill/>
          <a:ln w="19050">
            <a:solidFill>
              <a:srgbClr val="8A919C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4389120" y="2926080"/>
            <a:ext cx="411480" cy="914"/>
          </a:xfrm>
          <a:prstGeom prst="line">
            <a:avLst/>
          </a:prstGeom>
          <a:noFill/>
          <a:ln w="19050">
            <a:solidFill>
              <a:srgbClr val="8A919C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 flipV="1">
            <a:off x="6720840" y="2286000"/>
            <a:ext cx="365760" cy="365760"/>
          </a:xfrm>
          <a:prstGeom prst="line">
            <a:avLst/>
          </a:prstGeom>
          <a:noFill/>
          <a:ln w="19050">
            <a:solidFill>
              <a:srgbClr val="8A919C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6720840" y="3017520"/>
            <a:ext cx="365760" cy="91440"/>
          </a:xfrm>
          <a:prstGeom prst="line">
            <a:avLst/>
          </a:prstGeom>
          <a:noFill/>
          <a:ln w="19050">
            <a:solidFill>
              <a:srgbClr val="8A919C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6720840" y="3383280"/>
            <a:ext cx="365760" cy="594360"/>
          </a:xfrm>
          <a:prstGeom prst="line">
            <a:avLst/>
          </a:prstGeom>
          <a:noFill/>
          <a:ln w="19050">
            <a:solidFill>
              <a:srgbClr val="8A919C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6583680" y="3520440"/>
            <a:ext cx="502920" cy="1325880"/>
          </a:xfrm>
          <a:prstGeom prst="line">
            <a:avLst/>
          </a:prstGeom>
          <a:noFill/>
          <a:ln w="19050">
            <a:solidFill>
              <a:srgbClr val="8A919C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5760720" y="3520440"/>
            <a:ext cx="914" cy="1600200"/>
          </a:xfrm>
          <a:prstGeom prst="line">
            <a:avLst/>
          </a:prstGeom>
          <a:noFill/>
          <a:ln w="19050">
            <a:solidFill>
              <a:srgbClr val="8A919C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6720840" y="5532120"/>
            <a:ext cx="2880360" cy="914"/>
          </a:xfrm>
          <a:prstGeom prst="line">
            <a:avLst/>
          </a:prstGeom>
          <a:noFill/>
          <a:ln w="19050">
            <a:solidFill>
              <a:srgbClr val="F37021"/>
            </a:solidFill>
            <a:prstDash val="dash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 txBox="1"/>
          <p:nvPr/>
        </p:nvSpPr>
        <p:spPr>
          <a:xfrm>
            <a:off x="6858000" y="5577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 para LLM, ITSM e automação</a:t>
            </a:r>
            <a:endParaRPr lang="en-US" sz="900"/>
          </a:p>
        </p:txBody>
      </p:sp>
      <p:sp>
        <p:nvSpPr>
          <p:cNvPr id="48" name="Shape 46"/>
          <p:cNvSpPr/>
          <p:nvPr/>
        </p:nvSpPr>
        <p:spPr>
          <a:xfrm>
            <a:off x="2240280" y="5440680"/>
            <a:ext cx="594360" cy="914"/>
          </a:xfrm>
          <a:prstGeom prst="line">
            <a:avLst/>
          </a:prstGeom>
          <a:noFill/>
          <a:ln w="19050">
            <a:solidFill>
              <a:srgbClr val="8A919C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 flipV="1">
            <a:off x="2240280" y="3520440"/>
            <a:ext cx="2560320" cy="1737360"/>
          </a:xfrm>
          <a:prstGeom prst="line">
            <a:avLst/>
          </a:prstGeom>
          <a:noFill/>
          <a:ln w="19050">
            <a:solidFill>
              <a:srgbClr val="8A919C"/>
            </a:solidFill>
            <a:prstDash val="dash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 txBox="1"/>
          <p:nvPr/>
        </p:nvSpPr>
        <p:spPr>
          <a:xfrm>
            <a:off x="3291840" y="4681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via OIDC</a:t>
            </a:r>
            <a:endParaRPr lang="en-US" sz="900"/>
          </a:p>
        </p:txBody>
      </p:sp>
      <p:sp>
        <p:nvSpPr>
          <p:cNvPr id="51" name="Text 49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 · Cortex · RESTRITA</a:t>
            </a:r>
            <a:endParaRPr lang="en-US" sz="900"/>
          </a:p>
        </p:txBody>
      </p:sp>
      <p:sp>
        <p:nvSpPr>
          <p:cNvPr id="52" name="Text 50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4472C4"/>
                </a:solidFill>
                <a:latin typeface="Arial"/>
              </a:rPr>
              <a:t>ARQUITETURA · C4 NÍVEL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300" b="1">
                <a:solidFill>
                  <a:srgbClr val="23272F"/>
                </a:solidFill>
                <a:latin typeface="Arial"/>
              </a:rPr>
              <a:t>Contexto funcional — Operações de TI › NOC/Field › CORTEX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52144"/>
            <a:ext cx="2926080" cy="31750"/>
          </a:xfrm>
          <a:prstGeom prst="rect">
            <a:avLst/>
          </a:prstGeom>
          <a:solidFill>
            <a:srgbClr val="C9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5A6270"/>
                </a:solidFill>
                <a:latin typeface="Arial"/>
              </a:rPr>
              <a:t>ARB · Cortex · RESTRITA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26280" y="2697480"/>
            <a:ext cx="3154680" cy="1737360"/>
          </a:xfrm>
          <a:prstGeom prst="rect">
            <a:avLst/>
          </a:prstGeom>
          <a:noFill/>
          <a:ln w="158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26280" y="2724912"/>
            <a:ext cx="3154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4472C4"/>
                </a:solidFill>
                <a:latin typeface="Arial"/>
              </a:rPr>
              <a:t>Capacidade: NOC governado + Field assistido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74920" y="3108960"/>
            <a:ext cx="2057400" cy="109728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74920" y="3108960"/>
            <a:ext cx="20574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CORTEX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C9D2DE"/>
                </a:solidFill>
                <a:latin typeface="Arial"/>
              </a:rPr>
              <a:t>[Software System]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2286000" cy="822960"/>
          </a:xfrm>
          <a:prstGeom prst="rect">
            <a:avLst/>
          </a:prstGeom>
          <a:solidFill>
            <a:srgbClr val="DCDFE4"/>
          </a:solidFill>
          <a:ln w="9525">
            <a:solidFill>
              <a:srgbClr val="5A62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600200"/>
            <a:ext cx="2286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3272F"/>
                </a:solidFill>
                <a:latin typeface="Arial"/>
              </a:rPr>
              <a:t>Operador/Gestor NOC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80360"/>
            <a:ext cx="2286000" cy="822960"/>
          </a:xfrm>
          <a:prstGeom prst="rect">
            <a:avLst/>
          </a:prstGeom>
          <a:solidFill>
            <a:srgbClr val="DCDFE4"/>
          </a:solidFill>
          <a:ln w="9525">
            <a:solidFill>
              <a:srgbClr val="5A62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880360"/>
            <a:ext cx="2286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3272F"/>
                </a:solidFill>
                <a:latin typeface="Arial"/>
              </a:rPr>
              <a:t>Técnico Field Service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160520"/>
            <a:ext cx="2286000" cy="822960"/>
          </a:xfrm>
          <a:prstGeom prst="rect">
            <a:avLst/>
          </a:prstGeom>
          <a:solidFill>
            <a:srgbClr val="DCDFE4"/>
          </a:solidFill>
          <a:ln w="9525">
            <a:solidFill>
              <a:srgbClr val="5A62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4441195"/>
            <a:ext cx="2286000" cy="26161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3272F"/>
                </a:solidFill>
                <a:latin typeface="Arial"/>
              </a:rPr>
              <a:t>Admin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20" y="1554480"/>
            <a:ext cx="228600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5A62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0" y="1554480"/>
            <a:ext cx="2286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3272F"/>
                </a:solidFill>
                <a:latin typeface="Arial"/>
              </a:rPr>
              <a:t>Dynatrace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5A6270"/>
                </a:solidFill>
                <a:latin typeface="Arial"/>
              </a:rPr>
              <a:t>[Software System]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18320" y="2514600"/>
            <a:ext cx="228600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5A62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0" y="2514600"/>
            <a:ext cx="2286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3272F"/>
                </a:solidFill>
                <a:latin typeface="Arial"/>
              </a:rPr>
              <a:t>FreshService→ServiceNow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5A6270"/>
                </a:solidFill>
                <a:latin typeface="Arial"/>
              </a:rPr>
              <a:t>[Software System]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18320" y="3474720"/>
            <a:ext cx="228600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5A62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18320" y="3474720"/>
            <a:ext cx="2286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3272F"/>
                </a:solidFill>
                <a:latin typeface="Arial"/>
              </a:rPr>
              <a:t>Amazon Bedrock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5A6270"/>
                </a:solidFill>
                <a:latin typeface="Arial"/>
              </a:rPr>
              <a:t>[Software System]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18320" y="4434840"/>
            <a:ext cx="228600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5A62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18320" y="4434840"/>
            <a:ext cx="2286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3272F"/>
                </a:solidFill>
                <a:latin typeface="Arial"/>
              </a:rPr>
              <a:t>Microsoft Teams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5A6270"/>
                </a:solidFill>
                <a:latin typeface="Arial"/>
              </a:rPr>
              <a:t>[Software System]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834640" y="2011680"/>
            <a:ext cx="2240280" cy="1371600"/>
          </a:xfrm>
          <a:prstGeom prst="bentConnector3">
            <a:avLst/>
          </a:prstGeom>
          <a:ln w="12700">
            <a:solidFill>
              <a:srgbClr val="5A62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543300" y="2551176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44546A"/>
                </a:solidFill>
                <a:latin typeface="Arial"/>
              </a:rPr>
              <a:t>1. operar/aprovar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834640" y="3291840"/>
            <a:ext cx="2240280" cy="365760"/>
          </a:xfrm>
          <a:prstGeom prst="bentConnector3">
            <a:avLst/>
          </a:prstGeom>
          <a:ln w="12700">
            <a:solidFill>
              <a:srgbClr val="5A62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543300" y="3328416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44546A"/>
                </a:solidFill>
                <a:latin typeface="Arial"/>
              </a:rPr>
              <a:t>2. consultar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2834640" y="3931920"/>
            <a:ext cx="2240280" cy="640080"/>
          </a:xfrm>
          <a:prstGeom prst="bentConnector3">
            <a:avLst/>
          </a:prstGeom>
          <a:ln w="12700">
            <a:solidFill>
              <a:srgbClr val="5A62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543300" y="4105656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44546A"/>
                </a:solidFill>
                <a:latin typeface="Arial"/>
              </a:rPr>
              <a:t>3. configurar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7132320" y="1920240"/>
            <a:ext cx="2286000" cy="1463040"/>
          </a:xfrm>
          <a:prstGeom prst="bentConnector3">
            <a:avLst/>
          </a:prstGeom>
          <a:ln w="12700">
            <a:solidFill>
              <a:srgbClr val="5A62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863840" y="2505456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44546A"/>
                </a:solidFill>
                <a:latin typeface="Arial"/>
              </a:rPr>
              <a:t>4. alerta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7132320" y="2880360"/>
            <a:ext cx="2286000" cy="777240"/>
          </a:xfrm>
          <a:prstGeom prst="bentConnector3">
            <a:avLst/>
          </a:prstGeom>
          <a:ln w="12700">
            <a:solidFill>
              <a:srgbClr val="5A62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863840" y="3122676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44546A"/>
                </a:solidFill>
                <a:latin typeface="Arial"/>
              </a:rPr>
              <a:t>5. chamado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132320" y="3840480"/>
            <a:ext cx="2286000" cy="0"/>
          </a:xfrm>
          <a:prstGeom prst="bentConnector3">
            <a:avLst/>
          </a:prstGeom>
          <a:ln w="12700">
            <a:solidFill>
              <a:srgbClr val="5A62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863840" y="3694176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44546A"/>
                </a:solidFill>
                <a:latin typeface="Arial"/>
              </a:rPr>
              <a:t>6. raciocínio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132320" y="4023360"/>
            <a:ext cx="2286000" cy="777240"/>
          </a:xfrm>
          <a:prstGeom prst="bentConnector3">
            <a:avLst/>
          </a:prstGeom>
          <a:ln w="12700">
            <a:solidFill>
              <a:srgbClr val="5A62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863840" y="4265676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44546A"/>
                </a:solidFill>
                <a:latin typeface="Arial"/>
              </a:rPr>
              <a:t>7. mensagem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557784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5A6270"/>
                </a:solidFill>
                <a:latin typeface="Arial"/>
              </a:rPr>
              <a:t>Cinza = sistemas existentes · setas numeradas = ação de negócio na sequência · [tipo] = notação C4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4472C4"/>
                </a:solidFill>
                <a:latin typeface="Arial"/>
              </a:rPr>
              <a:t>ARQUITETURA · C4 NÍVEL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300" b="1">
                <a:solidFill>
                  <a:srgbClr val="23272F"/>
                </a:solidFill>
                <a:latin typeface="Arial"/>
              </a:rPr>
              <a:t>Arquitetura de solução — containers do produto × serviços gerenciados do BMG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52144"/>
            <a:ext cx="2926080" cy="31750"/>
          </a:xfrm>
          <a:prstGeom prst="rect">
            <a:avLst/>
          </a:prstGeom>
          <a:solidFill>
            <a:srgbClr val="C9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5A6270"/>
                </a:solidFill>
                <a:latin typeface="Arial"/>
              </a:rPr>
              <a:t>ARB · Cortex · RESTRITA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6309360" cy="4434840"/>
          </a:xfrm>
          <a:prstGeom prst="rect">
            <a:avLst/>
          </a:prstGeom>
          <a:solidFill>
            <a:srgbClr val="F3F6FB"/>
          </a:solidFill>
          <a:ln w="1587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426464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44546A"/>
                </a:solidFill>
                <a:latin typeface="Arial"/>
              </a:rPr>
              <a:t>Sigla CORTEX (produto do fornecedor)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874519"/>
            <a:ext cx="598017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874519"/>
            <a:ext cx="50800" cy="841248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096370"/>
            <a:ext cx="5760720" cy="397545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23272F"/>
                </a:solidFill>
                <a:latin typeface="Arial"/>
              </a:rPr>
              <a:t>CORTEX - Front-end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5A6270"/>
                </a:solidFill>
                <a:latin typeface="Arial"/>
              </a:rPr>
              <a:t>[Container: </a:t>
            </a:r>
            <a:r>
              <a:rPr lang="en-US" sz="850">
                <a:solidFill>
                  <a:srgbClr val="5A6270"/>
                </a:solidFill>
                <a:latin typeface="Arial"/>
              </a:rPr>
              <a:t>reverse/proxy</a:t>
            </a:r>
            <a:r>
              <a:rPr sz="850" b="0">
                <a:solidFill>
                  <a:srgbClr val="5A6270"/>
                </a:solidFill>
                <a:latin typeface="Arial"/>
              </a:rPr>
              <a:t>] — console web</a:t>
            </a:r>
            <a:endParaRPr sz="850" b="0">
              <a:solidFill>
                <a:srgbClr val="5A6270"/>
              </a:solidFill>
              <a:latin typeface="Arial"/>
              <a:cs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13232" y="2807207"/>
            <a:ext cx="598017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3232" y="2807207"/>
            <a:ext cx="50800" cy="841248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2807207"/>
            <a:ext cx="57607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23272F"/>
                </a:solidFill>
                <a:latin typeface="Arial"/>
              </a:rPr>
              <a:t>CORTEX - App/API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5A6270"/>
                </a:solidFill>
                <a:latin typeface="Arial"/>
              </a:rPr>
              <a:t>[Container: FastAPI] — orquestrador multi-agente, RBAC, gate, auditoria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3739895"/>
            <a:ext cx="598017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13232" y="3739895"/>
            <a:ext cx="50800" cy="841248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3739895"/>
            <a:ext cx="57607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23272F"/>
                </a:solidFill>
                <a:latin typeface="Arial"/>
              </a:rPr>
              <a:t>CORTEX - Worker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5A6270"/>
                </a:solidFill>
                <a:latin typeface="Arial"/>
              </a:rPr>
              <a:t>[Container: arq] — ingestão async, remediação, poller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4672583"/>
            <a:ext cx="598017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13232" y="4672583"/>
            <a:ext cx="50800" cy="841248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4672583"/>
            <a:ext cx="57607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23272F"/>
                </a:solidFill>
                <a:latin typeface="Arial"/>
              </a:rPr>
              <a:t>CORTEX - KB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5A6270"/>
                </a:solidFill>
                <a:latin typeface="Arial"/>
              </a:rPr>
              <a:t>[Container: Python] — RAG (embeddings embutidos)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1371600"/>
            <a:ext cx="4572000" cy="4434840"/>
          </a:xfrm>
          <a:prstGeom prst="rect">
            <a:avLst/>
          </a:prstGeom>
          <a:solidFill>
            <a:srgbClr val="F7F3EE"/>
          </a:solidFill>
          <a:ln w="15875">
            <a:solidFill>
              <a:srgbClr val="C98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96912" y="1426464"/>
            <a:ext cx="4206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C98300"/>
                </a:solidFill>
                <a:latin typeface="Arial"/>
              </a:rPr>
              <a:t>Gerenciados pelo BMG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1874519"/>
            <a:ext cx="4242816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296912" y="1874519"/>
            <a:ext cx="50800" cy="658368"/>
          </a:xfrm>
          <a:prstGeom prst="rect">
            <a:avLst/>
          </a:prstGeom>
          <a:solidFill>
            <a:srgbClr val="C9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79792" y="1874519"/>
            <a:ext cx="40233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3272F"/>
                </a:solidFill>
                <a:latin typeface="Arial"/>
              </a:rPr>
              <a:t>RDS PostgreSQL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5A6270"/>
                </a:solidFill>
                <a:latin typeface="Arial"/>
              </a:rPr>
              <a:t>[Container: RDS + pgvector]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606039"/>
            <a:ext cx="4242816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296912" y="2606039"/>
            <a:ext cx="50800" cy="658368"/>
          </a:xfrm>
          <a:prstGeom prst="rect">
            <a:avLst/>
          </a:prstGeom>
          <a:solidFill>
            <a:srgbClr val="C9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79792" y="2606039"/>
            <a:ext cx="40233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3272F"/>
                </a:solidFill>
                <a:latin typeface="Arial"/>
              </a:rPr>
              <a:t>ElastiCache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5A6270"/>
                </a:solidFill>
                <a:latin typeface="Arial"/>
              </a:rPr>
              <a:t>[Container: Redis]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37559"/>
            <a:ext cx="4242816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296912" y="3337559"/>
            <a:ext cx="50800" cy="658368"/>
          </a:xfrm>
          <a:prstGeom prst="rect">
            <a:avLst/>
          </a:prstGeom>
          <a:solidFill>
            <a:srgbClr val="C9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79792" y="3337559"/>
            <a:ext cx="40233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3272F"/>
                </a:solidFill>
                <a:latin typeface="Arial"/>
              </a:rPr>
              <a:t>S3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5A6270"/>
                </a:solidFill>
                <a:latin typeface="Arial"/>
              </a:rPr>
              <a:t>[Container: object store]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96912" y="4069079"/>
            <a:ext cx="4242816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296912" y="4069079"/>
            <a:ext cx="50800" cy="658368"/>
          </a:xfrm>
          <a:prstGeom prst="rect">
            <a:avLst/>
          </a:prstGeom>
          <a:solidFill>
            <a:srgbClr val="C9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79792" y="4069079"/>
            <a:ext cx="40233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3272F"/>
                </a:solidFill>
                <a:latin typeface="Arial"/>
              </a:rPr>
              <a:t>Secrets Manager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5A6270"/>
                </a:solidFill>
                <a:latin typeface="Arial"/>
              </a:rPr>
              <a:t>[Container: KMS]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96912" y="4800599"/>
            <a:ext cx="4242816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296912" y="4800599"/>
            <a:ext cx="50800" cy="658368"/>
          </a:xfrm>
          <a:prstGeom prst="rect">
            <a:avLst/>
          </a:prstGeom>
          <a:solidFill>
            <a:srgbClr val="C9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79792" y="4800599"/>
            <a:ext cx="40233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3272F"/>
                </a:solidFill>
                <a:latin typeface="Arial"/>
              </a:rPr>
              <a:t>Bedrock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5A6270"/>
                </a:solidFill>
                <a:latin typeface="Arial"/>
              </a:rPr>
              <a:t>[Container: LLM AWS]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93408" y="2194560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44546A"/>
                </a:solidFill>
                <a:latin typeface="Arial"/>
              </a:rPr>
              <a:t>[asyncpg/TLS]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93408" y="2821830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44546A"/>
                </a:solidFill>
                <a:latin typeface="Arial"/>
              </a:rPr>
              <a:t>[Redis/TLS]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54756" y="3669969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44546A"/>
                </a:solidFill>
                <a:latin typeface="Arial"/>
              </a:rPr>
              <a:t>[S3 API]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93408" y="4937760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44546A"/>
                </a:solidFill>
                <a:latin typeface="Arial"/>
              </a:rPr>
              <a:t>[AWS SDK]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94360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5A6270"/>
                </a:solidFill>
                <a:latin typeface="Arial"/>
              </a:rPr>
              <a:t>front→app [HTTPS/SSE] · linhas unidirecionais = dependências · tipagem C4 [Container: tecnologia] · nomenclatura SIGLA-tipo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4472C4"/>
                </a:solidFill>
                <a:latin typeface="Arial"/>
              </a:rPr>
              <a:t>ARQUITETURA · C4 NÍVEL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300" b="1">
                <a:solidFill>
                  <a:srgbClr val="23272F"/>
                </a:solidFill>
                <a:latin typeface="Arial"/>
              </a:rPr>
              <a:t>Infraestrutura — conta AWS do BMG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52144"/>
            <a:ext cx="2926080" cy="31750"/>
          </a:xfrm>
          <a:prstGeom prst="rect">
            <a:avLst/>
          </a:prstGeom>
          <a:solidFill>
            <a:srgbClr val="C9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5A6270"/>
                </a:solidFill>
                <a:latin typeface="Arial"/>
              </a:rPr>
              <a:t>ARB · Cortex · RESTRITA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7680960" cy="4480560"/>
          </a:xfrm>
          <a:prstGeom prst="rect">
            <a:avLst/>
          </a:prstGeom>
          <a:solidFill>
            <a:srgbClr val="F3F6FB"/>
          </a:solidFill>
          <a:ln w="1587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426464"/>
            <a:ext cx="5486400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44546A"/>
                </a:solidFill>
                <a:latin typeface="Arial"/>
              </a:rPr>
              <a:t>Conta AWS BMG · </a:t>
            </a:r>
            <a:r>
              <a:rPr sz="1100" b="1" err="1">
                <a:solidFill>
                  <a:srgbClr val="44546A"/>
                </a:solidFill>
                <a:latin typeface="Arial"/>
              </a:rPr>
              <a:t>produção</a:t>
            </a:r>
            <a:r>
              <a:rPr sz="1100" b="1">
                <a:solidFill>
                  <a:srgbClr val="44546A"/>
                </a:solidFill>
                <a:latin typeface="Arial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713232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883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3272F"/>
                </a:solidFill>
                <a:latin typeface="Arial"/>
              </a:rPr>
              <a:t>EKS multi-AZ · namespace: cortex · IRSA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286000"/>
            <a:ext cx="2148840" cy="1234440"/>
          </a:xfrm>
          <a:prstGeom prst="rect">
            <a:avLst/>
          </a:prstGeom>
          <a:solidFill>
            <a:srgbClr val="F2F3F5"/>
          </a:solidFill>
          <a:ln w="9525">
            <a:solidFill>
              <a:srgbClr val="5A62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0"/>
            <a:ext cx="214884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3272F"/>
                </a:solidFill>
                <a:latin typeface="Arial"/>
              </a:rPr>
              <a:t>app (init+app+worker)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2286000"/>
            <a:ext cx="2148840" cy="1234440"/>
          </a:xfrm>
          <a:prstGeom prst="rect">
            <a:avLst/>
          </a:prstGeom>
          <a:solidFill>
            <a:srgbClr val="F2F3F5"/>
          </a:solidFill>
          <a:ln w="9525">
            <a:solidFill>
              <a:srgbClr val="5A62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91840" y="2286000"/>
            <a:ext cx="214884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3272F"/>
                </a:solidFill>
                <a:latin typeface="Arial"/>
              </a:rPr>
              <a:t>frontend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2286000"/>
            <a:ext cx="2148840" cy="1234440"/>
          </a:xfrm>
          <a:prstGeom prst="rect">
            <a:avLst/>
          </a:prstGeom>
          <a:solidFill>
            <a:srgbClr val="F2F3F5"/>
          </a:solidFill>
          <a:ln w="9525">
            <a:solidFill>
              <a:srgbClr val="5A62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77840" y="2286000"/>
            <a:ext cx="214884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3272F"/>
                </a:solidFill>
                <a:latin typeface="Arial"/>
              </a:rPr>
              <a:t>kb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886200"/>
            <a:ext cx="71323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8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941063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C98300"/>
                </a:solidFill>
                <a:latin typeface="Arial"/>
              </a:rPr>
              <a:t>Serviços gerenciados AWS (do BMG)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4343400"/>
            <a:ext cx="1627632" cy="1097280"/>
          </a:xfrm>
          <a:prstGeom prst="rect">
            <a:avLst/>
          </a:prstGeom>
          <a:solidFill>
            <a:srgbClr val="F2F3F5"/>
          </a:solidFill>
          <a:ln w="9525">
            <a:solidFill>
              <a:srgbClr val="5A62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4343400"/>
            <a:ext cx="1627632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3272F"/>
                </a:solidFill>
                <a:latin typeface="Arial"/>
              </a:rPr>
              <a:t>RDS+pgvector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5A6270"/>
                </a:solidFill>
                <a:latin typeface="Arial"/>
              </a:rPr>
              <a:t>criticidade: crítica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4343400"/>
            <a:ext cx="1627632" cy="1097280"/>
          </a:xfrm>
          <a:prstGeom prst="rect">
            <a:avLst/>
          </a:prstGeom>
          <a:solidFill>
            <a:srgbClr val="F2F3F5"/>
          </a:solidFill>
          <a:ln w="9525">
            <a:solidFill>
              <a:srgbClr val="5A62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43200" y="4343400"/>
            <a:ext cx="1627632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3272F"/>
                </a:solidFill>
                <a:latin typeface="Arial"/>
              </a:rPr>
              <a:t>ElastiCache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5A6270"/>
                </a:solidFill>
                <a:latin typeface="Arial"/>
              </a:rPr>
              <a:t>criticidade: média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343400"/>
            <a:ext cx="1627632" cy="1097280"/>
          </a:xfrm>
          <a:prstGeom prst="rect">
            <a:avLst/>
          </a:prstGeom>
          <a:solidFill>
            <a:srgbClr val="F2F3F5"/>
          </a:solidFill>
          <a:ln w="9525">
            <a:solidFill>
              <a:srgbClr val="5A62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80560" y="4343400"/>
            <a:ext cx="1627632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3272F"/>
                </a:solidFill>
                <a:latin typeface="Arial"/>
              </a:rPr>
              <a:t>S3 (KB)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5A6270"/>
                </a:solidFill>
                <a:latin typeface="Arial"/>
              </a:rPr>
              <a:t>criticidade: crítica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343400"/>
            <a:ext cx="1627632" cy="1097280"/>
          </a:xfrm>
          <a:prstGeom prst="rect">
            <a:avLst/>
          </a:prstGeom>
          <a:solidFill>
            <a:srgbClr val="F2F3F5"/>
          </a:solidFill>
          <a:ln w="9525">
            <a:solidFill>
              <a:srgbClr val="5A62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0" y="4343400"/>
            <a:ext cx="1627632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3272F"/>
                </a:solidFill>
                <a:latin typeface="Arial"/>
              </a:rPr>
              <a:t>Secrets Mgr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5A6270"/>
                </a:solidFill>
                <a:latin typeface="Arial"/>
              </a:rPr>
              <a:t>criticidade: crítica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58200" y="1828800"/>
            <a:ext cx="3246120" cy="1097280"/>
          </a:xfrm>
          <a:prstGeom prst="rect">
            <a:avLst/>
          </a:prstGeom>
          <a:solidFill>
            <a:srgbClr val="D6ECD7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58200" y="1828800"/>
            <a:ext cx="3246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E7D32"/>
                </a:solidFill>
                <a:latin typeface="Arial"/>
              </a:rPr>
              <a:t>Amazon Bedrock (LLM)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5A6270"/>
                </a:solidFill>
                <a:latin typeface="Arial"/>
              </a:rPr>
              <a:t>SaaS-AWS · crítica · sem egress internet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58200" y="3108960"/>
            <a:ext cx="3246120" cy="822960"/>
          </a:xfrm>
          <a:prstGeom prst="rect">
            <a:avLst/>
          </a:prstGeom>
          <a:solidFill>
            <a:srgbClr val="F2F3F5"/>
          </a:solidFill>
          <a:ln w="9525">
            <a:solidFill>
              <a:srgbClr val="5A62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58200" y="3108960"/>
            <a:ext cx="3246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3272F"/>
                </a:solidFill>
                <a:latin typeface="Arial"/>
              </a:rPr>
              <a:t>ALB interno / Ingress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5A6270"/>
                </a:solidFill>
                <a:latin typeface="Arial"/>
              </a:rPr>
              <a:t>entrada HTTPS · crítica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58200" y="4160520"/>
            <a:ext cx="3246120" cy="685800"/>
          </a:xfrm>
          <a:prstGeom prst="rect">
            <a:avLst/>
          </a:prstGeom>
          <a:solidFill>
            <a:srgbClr val="F2F3F5"/>
          </a:solidFill>
          <a:ln w="9525">
            <a:solidFill>
              <a:srgbClr val="5A62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58200" y="4160520"/>
            <a:ext cx="32461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3272F"/>
                </a:solidFill>
                <a:latin typeface="Arial"/>
              </a:rPr>
              <a:t>Dynatrace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5A6270"/>
                </a:solidFill>
                <a:latin typeface="Arial"/>
              </a:rPr>
              <a:t>SaaS BMG · dependência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58200" y="4937760"/>
            <a:ext cx="3246120" cy="685800"/>
          </a:xfrm>
          <a:prstGeom prst="rect">
            <a:avLst/>
          </a:prstGeom>
          <a:solidFill>
            <a:srgbClr val="F2F3F5"/>
          </a:solidFill>
          <a:ln w="9525">
            <a:solidFill>
              <a:srgbClr val="5A62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58200" y="4937760"/>
            <a:ext cx="32461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3272F"/>
                </a:solidFill>
                <a:latin typeface="Arial"/>
              </a:rPr>
              <a:t>FreshService/ServiceNow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5A6270"/>
                </a:solidFill>
                <a:latin typeface="Arial"/>
              </a:rPr>
              <a:t>SaaS BMG · dependência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94360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5A6270"/>
                </a:solidFill>
                <a:latin typeface="Arial"/>
              </a:rPr>
              <a:t>SaaS-AWS × gerenciado × SaaS BMG distinguidos · dependências rotuladas por criticidade · persistência-zero no cluster (sem PVC de dado)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4472C4"/>
                </a:solidFill>
                <a:latin typeface="Arial"/>
              </a:rPr>
              <a:t>DOCUMENTAÇÃO · MAPEAMENTO DE FLUXO DE VALOR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300" b="1">
                <a:solidFill>
                  <a:srgbClr val="23272F"/>
                </a:solidFill>
                <a:latin typeface="Arial"/>
              </a:rPr>
              <a:t>Fluxo de valor (VSM) — sustentação de manual para governado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52144"/>
            <a:ext cx="2926080" cy="31750"/>
          </a:xfrm>
          <a:prstGeom prst="rect">
            <a:avLst/>
          </a:prstGeom>
          <a:solidFill>
            <a:srgbClr val="C9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5A6270"/>
                </a:solidFill>
                <a:latin typeface="Arial"/>
              </a:rPr>
              <a:t>ARB · Cortex · RESTRITA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C62828"/>
                </a:solidFill>
                <a:latin typeface="Arial"/>
              </a:rPr>
              <a:t>HOJE — predominantemente manual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1517904" cy="914400"/>
          </a:xfrm>
          <a:prstGeom prst="rect">
            <a:avLst/>
          </a:prstGeom>
          <a:solidFill>
            <a:srgbClr val="D6ECD7"/>
          </a:solidFill>
          <a:ln w="6350">
            <a:solidFill>
              <a:srgbClr val="5A62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719072"/>
            <a:ext cx="1517904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23272F"/>
                </a:solidFill>
                <a:latin typeface="Arial"/>
              </a:rPr>
              <a:t>Detectar Alerta</a:t>
            </a:r>
          </a:p>
        </p:txBody>
      </p:sp>
      <p:sp>
        <p:nvSpPr>
          <p:cNvPr id="9" name="Rectangle 8"/>
          <p:cNvSpPr/>
          <p:nvPr/>
        </p:nvSpPr>
        <p:spPr>
          <a:xfrm>
            <a:off x="2231136" y="1719072"/>
            <a:ext cx="1517904" cy="914400"/>
          </a:xfrm>
          <a:prstGeom prst="rect">
            <a:avLst/>
          </a:prstGeom>
          <a:solidFill>
            <a:srgbClr val="F7D4D4"/>
          </a:solidFill>
          <a:ln w="6350">
            <a:solidFill>
              <a:srgbClr val="5A62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136" y="1719072"/>
            <a:ext cx="1517904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23272F"/>
                </a:solidFill>
                <a:latin typeface="Arial"/>
              </a:rPr>
              <a:t>Triar Incidente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03904" y="1719072"/>
            <a:ext cx="1517904" cy="914400"/>
          </a:xfrm>
          <a:prstGeom prst="rect">
            <a:avLst/>
          </a:prstGeom>
          <a:solidFill>
            <a:srgbClr val="F7D4D4"/>
          </a:solidFill>
          <a:ln w="6350">
            <a:solidFill>
              <a:srgbClr val="5A62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03904" y="1719072"/>
            <a:ext cx="1517904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23272F"/>
                </a:solidFill>
                <a:latin typeface="Arial"/>
              </a:rPr>
              <a:t>Diagnosticar Causa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76672" y="1719072"/>
            <a:ext cx="1517904" cy="914400"/>
          </a:xfrm>
          <a:prstGeom prst="rect">
            <a:avLst/>
          </a:prstGeom>
          <a:solidFill>
            <a:srgbClr val="F7D4D4"/>
          </a:solidFill>
          <a:ln w="6350">
            <a:solidFill>
              <a:srgbClr val="5A62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76672" y="1719072"/>
            <a:ext cx="1517904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23272F"/>
                </a:solidFill>
                <a:latin typeface="Arial"/>
              </a:rPr>
              <a:t>Aprovar Ação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1719072"/>
            <a:ext cx="1517904" cy="914400"/>
          </a:xfrm>
          <a:prstGeom prst="rect">
            <a:avLst/>
          </a:prstGeom>
          <a:solidFill>
            <a:srgbClr val="F7D4D4"/>
          </a:solidFill>
          <a:ln w="6350">
            <a:solidFill>
              <a:srgbClr val="5A62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49440" y="1719072"/>
            <a:ext cx="1517904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23272F"/>
                </a:solidFill>
                <a:latin typeface="Arial"/>
              </a:rPr>
              <a:t>Remediar Recurso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22208" y="1719072"/>
            <a:ext cx="1517904" cy="914400"/>
          </a:xfrm>
          <a:prstGeom prst="rect">
            <a:avLst/>
          </a:prstGeom>
          <a:solidFill>
            <a:srgbClr val="F7D4D4"/>
          </a:solidFill>
          <a:ln w="6350">
            <a:solidFill>
              <a:srgbClr val="5A62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22208" y="1719072"/>
            <a:ext cx="1517904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23272F"/>
                </a:solidFill>
                <a:latin typeface="Arial"/>
              </a:rPr>
              <a:t>Verificar Recuperação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94976" y="1719072"/>
            <a:ext cx="1517904" cy="914400"/>
          </a:xfrm>
          <a:prstGeom prst="rect">
            <a:avLst/>
          </a:prstGeom>
          <a:solidFill>
            <a:srgbClr val="F7D4D4"/>
          </a:solidFill>
          <a:ln w="6350">
            <a:solidFill>
              <a:srgbClr val="5A62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94976" y="1719072"/>
            <a:ext cx="1517904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23272F"/>
                </a:solidFill>
                <a:latin typeface="Arial"/>
              </a:rPr>
              <a:t>Encerrar Chamado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017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E7D32"/>
                </a:solidFill>
                <a:latin typeface="Arial"/>
              </a:rPr>
              <a:t>COM CORTEX — governado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319272"/>
            <a:ext cx="1517904" cy="914400"/>
          </a:xfrm>
          <a:prstGeom prst="rect">
            <a:avLst/>
          </a:prstGeom>
          <a:solidFill>
            <a:srgbClr val="D6ECD7"/>
          </a:solidFill>
          <a:ln w="6350">
            <a:solidFill>
              <a:srgbClr val="5A62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" y="3319272"/>
            <a:ext cx="1517904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23272F"/>
                </a:solidFill>
                <a:latin typeface="Arial"/>
              </a:rPr>
              <a:t>Detectar Alerta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31136" y="3319272"/>
            <a:ext cx="1517904" cy="914400"/>
          </a:xfrm>
          <a:prstGeom prst="rect">
            <a:avLst/>
          </a:prstGeom>
          <a:solidFill>
            <a:srgbClr val="D6ECD7"/>
          </a:solidFill>
          <a:ln w="6350">
            <a:solidFill>
              <a:srgbClr val="5A62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231136" y="3319272"/>
            <a:ext cx="1517904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23272F"/>
                </a:solidFill>
                <a:latin typeface="Arial"/>
              </a:rPr>
              <a:t>Triar Incidente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03904" y="3319272"/>
            <a:ext cx="1517904" cy="914400"/>
          </a:xfrm>
          <a:prstGeom prst="rect">
            <a:avLst/>
          </a:prstGeom>
          <a:solidFill>
            <a:srgbClr val="D6ECD7"/>
          </a:solidFill>
          <a:ln w="6350">
            <a:solidFill>
              <a:srgbClr val="5A62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03904" y="3319272"/>
            <a:ext cx="1517904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23272F"/>
                </a:solidFill>
                <a:latin typeface="Arial"/>
              </a:rPr>
              <a:t>Diagnosticar Causa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76672" y="3319272"/>
            <a:ext cx="1517904" cy="914400"/>
          </a:xfrm>
          <a:prstGeom prst="rect">
            <a:avLst/>
          </a:prstGeom>
          <a:solidFill>
            <a:srgbClr val="FBECCE"/>
          </a:solidFill>
          <a:ln w="6350">
            <a:solidFill>
              <a:srgbClr val="5A62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76672" y="3319272"/>
            <a:ext cx="1517904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23272F"/>
                </a:solidFill>
                <a:latin typeface="Arial"/>
              </a:rPr>
              <a:t>Aprovar Ação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49440" y="3319272"/>
            <a:ext cx="1517904" cy="914400"/>
          </a:xfrm>
          <a:prstGeom prst="rect">
            <a:avLst/>
          </a:prstGeom>
          <a:solidFill>
            <a:srgbClr val="D6ECD7"/>
          </a:solidFill>
          <a:ln w="6350">
            <a:solidFill>
              <a:srgbClr val="5A62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49440" y="3319272"/>
            <a:ext cx="1517904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23272F"/>
                </a:solidFill>
                <a:latin typeface="Arial"/>
              </a:rPr>
              <a:t>Remediar Recurso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22208" y="3319272"/>
            <a:ext cx="1517904" cy="914400"/>
          </a:xfrm>
          <a:prstGeom prst="rect">
            <a:avLst/>
          </a:prstGeom>
          <a:solidFill>
            <a:srgbClr val="D6ECD7"/>
          </a:solidFill>
          <a:ln w="6350">
            <a:solidFill>
              <a:srgbClr val="5A62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22208" y="3319272"/>
            <a:ext cx="1517904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23272F"/>
                </a:solidFill>
                <a:latin typeface="Arial"/>
              </a:rPr>
              <a:t>Verificar Recuperação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94976" y="3319272"/>
            <a:ext cx="1517904" cy="914400"/>
          </a:xfrm>
          <a:prstGeom prst="rect">
            <a:avLst/>
          </a:prstGeom>
          <a:solidFill>
            <a:srgbClr val="D6ECD7"/>
          </a:solidFill>
          <a:ln w="6350">
            <a:solidFill>
              <a:srgbClr val="5A62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094976" y="3319272"/>
            <a:ext cx="1517904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23272F"/>
                </a:solidFill>
                <a:latin typeface="Arial"/>
              </a:rPr>
              <a:t>Encerrar Chamado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526280"/>
            <a:ext cx="274320" cy="274320"/>
          </a:xfrm>
          <a:prstGeom prst="rect">
            <a:avLst/>
          </a:prstGeom>
          <a:solidFill>
            <a:srgbClr val="FBECCE"/>
          </a:solidFill>
          <a:ln w="6350">
            <a:solidFill>
              <a:srgbClr val="5A62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60120" y="452628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5A6270"/>
                </a:solidFill>
                <a:latin typeface="Arial"/>
              </a:rPr>
              <a:t>Capacidade-chave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61488" y="4526280"/>
            <a:ext cx="274320" cy="274320"/>
          </a:xfrm>
          <a:prstGeom prst="rect">
            <a:avLst/>
          </a:prstGeom>
          <a:solidFill>
            <a:srgbClr val="F7D4D4"/>
          </a:solidFill>
          <a:ln w="6350">
            <a:solidFill>
              <a:srgbClr val="5A62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063240" y="452628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5A6270"/>
                </a:solidFill>
                <a:latin typeface="Arial"/>
              </a:rPr>
              <a:t>Gap (manual)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64608" y="4526280"/>
            <a:ext cx="274320" cy="274320"/>
          </a:xfrm>
          <a:prstGeom prst="rect">
            <a:avLst/>
          </a:prstGeom>
          <a:solidFill>
            <a:srgbClr val="D6ECD7"/>
          </a:solidFill>
          <a:ln w="6350">
            <a:solidFill>
              <a:srgbClr val="5A62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166360" y="452628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5A6270"/>
                </a:solidFill>
                <a:latin typeface="Arial"/>
              </a:rPr>
              <a:t>Adequada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07492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5A6270"/>
                </a:solidFill>
                <a:latin typeface="Arial"/>
              </a:rPr>
              <a:t>Acionador (parte interessada): alerta do Dynatrace. Encerramento: FreshService. Aprovação continua humana (gate).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44546A"/>
                </a:solidFill>
                <a:latin typeface="Arial"/>
              </a:rPr>
              <a:t>O Cortex converte 🔴 gap manual → 🟢 adequada nos estágios de valor, reduzindo trabalho manual sem abrir mão do controle.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4472C4"/>
                </a:solidFill>
                <a:latin typeface="Arial"/>
              </a:rPr>
              <a:t>DOCUMENTAÇÃO · FLUXO DE VALOR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300" b="1">
                <a:solidFill>
                  <a:srgbClr val="23272F"/>
                </a:solidFill>
                <a:latin typeface="Arial"/>
              </a:rPr>
              <a:t>VSM — atributos por estágio (TOGAF)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52144"/>
            <a:ext cx="2926080" cy="31750"/>
          </a:xfrm>
          <a:prstGeom prst="rect">
            <a:avLst/>
          </a:prstGeom>
          <a:solidFill>
            <a:srgbClr val="C9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5A6270"/>
                </a:solidFill>
                <a:latin typeface="Arial"/>
              </a:rPr>
              <a:t>ARB · Cortex · RESTRITA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9283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9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1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28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28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28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28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Estágio</a:t>
                      </a:r>
                    </a:p>
                  </a:txBody>
                  <a:tcPr marL="50800" marR="50800" marT="12700" marB="12700"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Partes interessadas</a:t>
                      </a:r>
                    </a:p>
                  </a:txBody>
                  <a:tcPr marL="50800" marR="50800" marT="12700" marB="12700"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Critério de entrada</a:t>
                      </a:r>
                    </a:p>
                  </a:txBody>
                  <a:tcPr marL="50800" marR="50800" marT="12700" marB="12700"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Critério de saída</a:t>
                      </a:r>
                    </a:p>
                  </a:txBody>
                  <a:tcPr marL="50800" marR="50800" marT="12700" marB="12700"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Item de valor</a:t>
                      </a:r>
                    </a:p>
                  </a:txBody>
                  <a:tcPr marL="50800" marR="50800" marT="12700" marB="12700"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Capacidade (C4)</a:t>
                      </a:r>
                    </a:p>
                  </a:txBody>
                  <a:tcPr marL="50800" marR="50800" marT="12700" marB="12700" anchor="ctr"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72F"/>
                          </a:solidFill>
                          <a:latin typeface="Arial"/>
                        </a:rPr>
                        <a:t>Detectar Alerta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72F"/>
                          </a:solidFill>
                          <a:latin typeface="Arial"/>
                        </a:rPr>
                        <a:t>NOC · Dynatrace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72F"/>
                          </a:solidFill>
                          <a:latin typeface="Arial"/>
                        </a:rPr>
                        <a:t>métrica cruza limiar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72F"/>
                          </a:solidFill>
                          <a:latin typeface="Arial"/>
                        </a:rPr>
                        <a:t>incidente registrado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72F"/>
                          </a:solidFill>
                          <a:latin typeface="Arial"/>
                        </a:rPr>
                        <a:t>incidente conhecido em tempo real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72F"/>
                          </a:solidFill>
                          <a:latin typeface="Arial"/>
                        </a:rPr>
                        <a:t>Dynatrace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72F"/>
                          </a:solidFill>
                          <a:latin typeface="Arial"/>
                        </a:rPr>
                        <a:t>Triar Incidente</a:t>
                      </a:r>
                    </a:p>
                  </a:txBody>
                  <a:tcPr marL="50800" marR="50800" marT="12700" marB="127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72F"/>
                          </a:solidFill>
                          <a:latin typeface="Arial"/>
                        </a:rPr>
                        <a:t>NOC · CORTEX</a:t>
                      </a:r>
                    </a:p>
                  </a:txBody>
                  <a:tcPr marL="50800" marR="50800" marT="12700" marB="127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72F"/>
                          </a:solidFill>
                          <a:latin typeface="Arial"/>
                        </a:rPr>
                        <a:t>incidente registrado</a:t>
                      </a:r>
                    </a:p>
                  </a:txBody>
                  <a:tcPr marL="50800" marR="50800" marT="12700" marB="127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72F"/>
                          </a:solidFill>
                          <a:latin typeface="Arial"/>
                        </a:rPr>
                        <a:t>severidade + rota definidas</a:t>
                      </a:r>
                    </a:p>
                  </a:txBody>
                  <a:tcPr marL="50800" marR="50800" marT="12700" marB="127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72F"/>
                          </a:solidFill>
                          <a:latin typeface="Arial"/>
                        </a:rPr>
                        <a:t>priorização imediata</a:t>
                      </a:r>
                    </a:p>
                  </a:txBody>
                  <a:tcPr marL="50800" marR="50800" marT="12700" marB="127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72F"/>
                          </a:solidFill>
                          <a:latin typeface="Arial"/>
                        </a:rPr>
                        <a:t>CORTEX (roteador)</a:t>
                      </a:r>
                    </a:p>
                  </a:txBody>
                  <a:tcPr marL="50800" marR="50800" marT="12700" marB="12700" anchor="ctr"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72F"/>
                          </a:solidFill>
                          <a:latin typeface="Arial"/>
                        </a:rPr>
                        <a:t>Diagnosticar Causa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72F"/>
                          </a:solidFill>
                          <a:latin typeface="Arial"/>
                        </a:rPr>
                        <a:t>NOC · CORTEX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72F"/>
                          </a:solidFill>
                          <a:latin typeface="Arial"/>
                        </a:rPr>
                        <a:t>incidente triado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72F"/>
                          </a:solidFill>
                          <a:latin typeface="Arial"/>
                        </a:rPr>
                        <a:t>causa-raiz + ação proposta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72F"/>
                          </a:solidFill>
                          <a:latin typeface="Arial"/>
                        </a:rPr>
                        <a:t>causa identificada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72F"/>
                          </a:solidFill>
                          <a:latin typeface="Arial"/>
                        </a:rPr>
                        <a:t>CORTEX + KB + Bedrock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72F"/>
                          </a:solidFill>
                          <a:latin typeface="Arial"/>
                        </a:rPr>
                        <a:t>Aprovar Ação</a:t>
                      </a:r>
                    </a:p>
                  </a:txBody>
                  <a:tcPr marL="50800" marR="50800" marT="12700" marB="127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72F"/>
                          </a:solidFill>
                          <a:latin typeface="Arial"/>
                        </a:rPr>
                        <a:t>Gestor NOC</a:t>
                      </a:r>
                    </a:p>
                  </a:txBody>
                  <a:tcPr marL="50800" marR="50800" marT="12700" marB="127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72F"/>
                          </a:solidFill>
                          <a:latin typeface="Arial"/>
                        </a:rPr>
                        <a:t>ação proposta (risco do catálogo)</a:t>
                      </a:r>
                    </a:p>
                  </a:txBody>
                  <a:tcPr marL="50800" marR="50800" marT="12700" marB="127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72F"/>
                          </a:solidFill>
                          <a:latin typeface="Arial"/>
                        </a:rPr>
                        <a:t>ação aprovada/rejeitada</a:t>
                      </a:r>
                    </a:p>
                  </a:txBody>
                  <a:tcPr marL="50800" marR="50800" marT="12700" marB="127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72F"/>
                          </a:solidFill>
                          <a:latin typeface="Arial"/>
                        </a:rPr>
                        <a:t>risco controlado</a:t>
                      </a:r>
                    </a:p>
                  </a:txBody>
                  <a:tcPr marL="50800" marR="50800" marT="12700" marB="127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72F"/>
                          </a:solidFill>
                          <a:latin typeface="Arial"/>
                        </a:rPr>
                        <a:t>CORTEX (gate humano)</a:t>
                      </a:r>
                    </a:p>
                  </a:txBody>
                  <a:tcPr marL="50800" marR="50800" marT="12700" marB="12700" anchor="ctr"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72F"/>
                          </a:solidFill>
                          <a:latin typeface="Arial"/>
                        </a:rPr>
                        <a:t>Remediar Recurso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72F"/>
                          </a:solidFill>
                          <a:latin typeface="Arial"/>
                        </a:rPr>
                        <a:t>CORTEX · automação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72F"/>
                          </a:solidFill>
                          <a:latin typeface="Arial"/>
                        </a:rPr>
                        <a:t>ação aprovada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72F"/>
                          </a:solidFill>
                          <a:latin typeface="Arial"/>
                        </a:rPr>
                        <a:t>ação executada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72F"/>
                          </a:solidFill>
                          <a:latin typeface="Arial"/>
                        </a:rPr>
                        <a:t>incidente mitigado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72F"/>
                          </a:solidFill>
                          <a:latin typeface="Arial"/>
                        </a:rPr>
                        <a:t>CORTEX (adapter)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72F"/>
                          </a:solidFill>
                          <a:latin typeface="Arial"/>
                        </a:rPr>
                        <a:t>Verificar Recuperação</a:t>
                      </a:r>
                    </a:p>
                  </a:txBody>
                  <a:tcPr marL="50800" marR="50800" marT="12700" marB="127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72F"/>
                          </a:solidFill>
                          <a:latin typeface="Arial"/>
                        </a:rPr>
                        <a:t>CORTEX</a:t>
                      </a:r>
                    </a:p>
                  </a:txBody>
                  <a:tcPr marL="50800" marR="50800" marT="12700" marB="127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72F"/>
                          </a:solidFill>
                          <a:latin typeface="Arial"/>
                        </a:rPr>
                        <a:t>ação executada</a:t>
                      </a:r>
                    </a:p>
                  </a:txBody>
                  <a:tcPr marL="50800" marR="50800" marT="12700" marB="127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72F"/>
                          </a:solidFill>
                          <a:latin typeface="Arial"/>
                        </a:rPr>
                        <a:t>recuperação confirmada</a:t>
                      </a:r>
                    </a:p>
                  </a:txBody>
                  <a:tcPr marL="50800" marR="50800" marT="12700" marB="127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72F"/>
                          </a:solidFill>
                          <a:latin typeface="Arial"/>
                        </a:rPr>
                        <a:t>prova de fim</a:t>
                      </a:r>
                    </a:p>
                  </a:txBody>
                  <a:tcPr marL="50800" marR="50800" marT="12700" marB="127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72F"/>
                          </a:solidFill>
                          <a:latin typeface="Arial"/>
                        </a:rPr>
                        <a:t>CORTEX (poller)</a:t>
                      </a:r>
                    </a:p>
                  </a:txBody>
                  <a:tcPr marL="50800" marR="50800" marT="12700" marB="12700" anchor="ctr"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72F"/>
                          </a:solidFill>
                          <a:latin typeface="Arial"/>
                        </a:rPr>
                        <a:t>Encerrar Chamado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72F"/>
                          </a:solidFill>
                          <a:latin typeface="Arial"/>
                        </a:rPr>
                        <a:t>NOC · FreshService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72F"/>
                          </a:solidFill>
                          <a:latin typeface="Arial"/>
                        </a:rPr>
                        <a:t>recuperação confirmada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72F"/>
                          </a:solidFill>
                          <a:latin typeface="Arial"/>
                        </a:rPr>
                        <a:t>chamado encerrado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72F"/>
                          </a:solidFill>
                          <a:latin typeface="Arial"/>
                        </a:rPr>
                        <a:t>rastreabilidade + fechamento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72F"/>
                          </a:solidFill>
                          <a:latin typeface="Arial"/>
                        </a:rPr>
                        <a:t>CORTEX → FreshService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1264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5A6270"/>
                </a:solidFill>
                <a:latin typeface="Arial"/>
              </a:rPr>
              <a:t>Cross-mapping estágio × capacidade/sigla (última coluna) — cada estágio ligado ao elemento do C4 que o habilita.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4472C4"/>
                </a:solidFill>
                <a:latin typeface="Arial"/>
              </a:rPr>
              <a:t>ARQUITETURA · TIPOS DE MICROSERVIÇO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300" b="1">
                <a:solidFill>
                  <a:srgbClr val="23272F"/>
                </a:solidFill>
                <a:latin typeface="Arial"/>
              </a:rPr>
              <a:t>Encaixe nos tipos de microserviço do BMG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52144"/>
            <a:ext cx="2926080" cy="31750"/>
          </a:xfrm>
          <a:prstGeom prst="rect">
            <a:avLst/>
          </a:prstGeom>
          <a:solidFill>
            <a:srgbClr val="C9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5A6270"/>
                </a:solidFill>
                <a:latin typeface="Arial"/>
              </a:rPr>
              <a:t>ARB · Cortex · RESTRITA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292838" cy="1960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1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2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99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Ponto de integração</a:t>
                      </a:r>
                    </a:p>
                  </a:txBody>
                  <a:tcPr marL="50800" marR="50800" marT="12700" marB="12700"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Tipo BMG</a:t>
                      </a:r>
                    </a:p>
                  </a:txBody>
                  <a:tcPr marL="50800" marR="50800" marT="12700" marB="12700"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Justificativa</a:t>
                      </a:r>
                    </a:p>
                  </a:txBody>
                  <a:tcPr marL="50800" marR="50800" marT="12700" marB="12700" anchor="ctr"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3272F"/>
                          </a:solidFill>
                          <a:latin typeface="Arial"/>
                        </a:rPr>
                        <a:t>O Cortex como produto de terceiro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3272F"/>
                          </a:solidFill>
                          <a:latin typeface="Arial"/>
                        </a:rPr>
                        <a:t>Interface-ACL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3272F"/>
                          </a:solidFill>
                          <a:latin typeface="Arial"/>
                        </a:rPr>
                        <a:t>Padrão do BMG para isolar acoplamento a soluções-pacote — o encaixe do produto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3272F"/>
                          </a:solidFill>
                          <a:latin typeface="Arial"/>
                        </a:rPr>
                        <a:t>Ingestão de alerta (Dynatrace)</a:t>
                      </a:r>
                    </a:p>
                  </a:txBody>
                  <a:tcPr marL="50800" marR="50800" marT="12700" marB="127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3272F"/>
                          </a:solidFill>
                          <a:latin typeface="Arial"/>
                        </a:rPr>
                        <a:t>Consumer</a:t>
                      </a:r>
                    </a:p>
                  </a:txBody>
                  <a:tcPr marL="50800" marR="50800" marT="12700" marB="127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3272F"/>
                          </a:solidFill>
                          <a:latin typeface="Arial"/>
                        </a:rPr>
                        <a:t>Consome evento/alerta de forma assíncrona (webhook → fila)</a:t>
                      </a:r>
                    </a:p>
                  </a:txBody>
                  <a:tcPr marL="50800" marR="50800" marT="12700" marB="12700" anchor="ctr"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3272F"/>
                          </a:solidFill>
                          <a:latin typeface="Arial"/>
                        </a:rPr>
                        <a:t>Chamado (FreshService/ServiceNow)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3272F"/>
                          </a:solidFill>
                          <a:latin typeface="Arial"/>
                        </a:rPr>
                        <a:t>Interface-ACL / API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3272F"/>
                          </a:solidFill>
                          <a:latin typeface="Arial"/>
                        </a:rPr>
                        <a:t>Integração com terceiro via adapter trocável; síncrono quando expõe função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3272F"/>
                          </a:solidFill>
                          <a:latin typeface="Arial"/>
                        </a:rPr>
                        <a:t>LLM (Amazon Bedrock)</a:t>
                      </a:r>
                    </a:p>
                  </a:txBody>
                  <a:tcPr marL="50800" marR="50800" marT="12700" marB="127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3272F"/>
                          </a:solidFill>
                          <a:latin typeface="Arial"/>
                        </a:rPr>
                        <a:t>(consumo via AWS SDK)</a:t>
                      </a:r>
                    </a:p>
                  </a:txBody>
                  <a:tcPr marL="50800" marR="50800" marT="12700" marB="127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3272F"/>
                          </a:solidFill>
                          <a:latin typeface="Arial"/>
                        </a:rPr>
                        <a:t>Não é microserviço BMG; serviço gerenciado consumido por IRSA</a:t>
                      </a:r>
                    </a:p>
                  </a:txBody>
                  <a:tcPr marL="50800" marR="50800" marT="12700" marB="12700" anchor="ctr"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3272F"/>
                          </a:solidFill>
                          <a:latin typeface="Arial"/>
                        </a:rPr>
                        <a:t>Canal (Teams)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3272F"/>
                          </a:solidFill>
                          <a:latin typeface="Arial"/>
                        </a:rPr>
                        <a:t>Interface-ACL / API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3272F"/>
                          </a:solidFill>
                          <a:latin typeface="Arial"/>
                        </a:rPr>
                        <a:t>Integração externa via adapter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3272F"/>
                          </a:solidFill>
                          <a:latin typeface="Arial"/>
                        </a:rPr>
                        <a:t>BFF · Batch · Strangler</a:t>
                      </a:r>
                    </a:p>
                  </a:txBody>
                  <a:tcPr marL="50800" marR="50800" marT="12700" marB="127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3272F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50800" marR="50800" marT="12700" marB="127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3272F"/>
                          </a:solidFill>
                          <a:latin typeface="Arial"/>
                        </a:rPr>
                        <a:t>Não se aplica: produto empacotado, sem front decomposto por canal do BMG, sem batch Control-M nem convivência com legado do banco</a:t>
                      </a:r>
                    </a:p>
                  </a:txBody>
                  <a:tcPr marL="50800" marR="50800" marT="12700" marB="12700" anchor="ctr"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44546A"/>
                </a:solidFill>
                <a:latin typeface="Arial"/>
              </a:rPr>
              <a:t>O Cortex não se decompõe nos 6 tipos internos do BMG — entra como solução-pacote atrás de Interface-ACL, com os pontos de integração mapeados a API/Consumer.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232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Responsabilidades Bmg × Fornecedor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40680" cy="640080"/>
          </a:xfrm>
          <a:prstGeom prst="roundRect">
            <a:avLst>
              <a:gd name="adj" fmla="val 14286"/>
            </a:avLst>
          </a:prstGeom>
          <a:solidFill>
            <a:srgbClr val="23272F"/>
          </a:solidFill>
          <a:ln w="12700">
            <a:solidFill>
              <a:srgbClr val="23272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Bmg</a:t>
            </a:r>
            <a:endParaRPr lang="en-US" sz="200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440680" cy="3063240"/>
          </a:xfrm>
          <a:prstGeom prst="roundRect">
            <a:avLst>
              <a:gd name="adj" fmla="val 2985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49377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Conta, rede, DNS e borda (WAF/TLS)</a:t>
            </a:r>
            <a:endParaRPr lang="en-US" sz="15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Identidade de bootstrap e revogação</a:t>
            </a:r>
            <a:endParaRPr lang="en-US" sz="15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Provisionamento com Terraform fornecido</a:t>
            </a:r>
            <a:endParaRPr lang="en-US" sz="15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de dados (DBA) e cadastro de segredos</a:t>
            </a:r>
            <a:endParaRPr lang="en-US" sz="15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Autorização do pipeline (OIDC + RBAC)</a:t>
            </a:r>
            <a:endParaRPr lang="en-US" sz="150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40680" cy="640080"/>
          </a:xfrm>
          <a:prstGeom prst="roundRect">
            <a:avLst>
              <a:gd name="adj" fmla="val 14286"/>
            </a:avLst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6172200" y="1463040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Fornecedor</a:t>
            </a:r>
            <a:endParaRPr lang="en-US" sz="2000"/>
          </a:p>
        </p:txBody>
      </p:sp>
      <p:sp>
        <p:nvSpPr>
          <p:cNvPr id="9" name="Shape 7"/>
          <p:cNvSpPr/>
          <p:nvPr/>
        </p:nvSpPr>
        <p:spPr>
          <a:xfrm>
            <a:off x="6172200" y="2240280"/>
            <a:ext cx="5440680" cy="3063240"/>
          </a:xfrm>
          <a:prstGeom prst="roundRect">
            <a:avLst>
              <a:gd name="adj" fmla="val 2985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446520" y="2377440"/>
            <a:ext cx="49377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e publicação de imagens</a:t>
            </a:r>
            <a:endParaRPr lang="en-US" sz="15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Instalação da aplicação</a:t>
            </a:r>
            <a:endParaRPr lang="en-US" sz="15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Operação do pipeline de entrega</a:t>
            </a:r>
            <a:endParaRPr lang="en-US" sz="15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de licença</a:t>
            </a:r>
            <a:endParaRPr lang="en-US" sz="15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Apoio ao provisionamento</a:t>
            </a:r>
            <a:endParaRPr lang="en-US" sz="1500"/>
          </a:p>
        </p:txBody>
      </p:sp>
      <p:sp>
        <p:nvSpPr>
          <p:cNvPr id="11" name="Text 9"/>
          <p:cNvSpPr txBox="1"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Pendente: </a:t>
            </a: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RACI de sustentação pós-go-live e SLA de suporte do fornecedor.</a:t>
            </a:r>
            <a:endParaRPr lang="en-US" sz="1400"/>
          </a:p>
        </p:txBody>
      </p:sp>
      <p:sp>
        <p:nvSpPr>
          <p:cNvPr id="12" name="Text 10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 · Cortex · RESTRITA</a:t>
            </a:r>
            <a:endParaRPr lang="en-US" sz="900"/>
          </a:p>
        </p:txBody>
      </p:sp>
      <p:sp>
        <p:nvSpPr>
          <p:cNvPr id="13" name="Text 11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232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 fortes da proposta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40680" cy="914400"/>
          </a:xfrm>
          <a:prstGeom prst="roundRect">
            <a:avLst>
              <a:gd name="adj" fmla="val 10000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77240" y="1682496"/>
            <a:ext cx="475488" cy="47548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79222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4630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 de IA: ação só do catálogo curado, sob gate humano e auditoria por trace_id (AAG)</a:t>
            </a:r>
            <a:endParaRPr lang="en-US" sz="1500"/>
          </a:p>
        </p:txBody>
      </p:sp>
      <p:sp>
        <p:nvSpPr>
          <p:cNvPr id="7" name="Shape 4"/>
          <p:cNvSpPr/>
          <p:nvPr/>
        </p:nvSpPr>
        <p:spPr>
          <a:xfrm>
            <a:off x="6172200" y="1463040"/>
            <a:ext cx="5440680" cy="914400"/>
          </a:xfrm>
          <a:prstGeom prst="roundRect">
            <a:avLst>
              <a:gd name="adj" fmla="val 10000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6400800" y="1682496"/>
            <a:ext cx="475488" cy="47548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179222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086600" y="14630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Amazon Bedrock na AWS do BMG — dado não sai da fronteira do banco</a:t>
            </a:r>
            <a:endParaRPr lang="en-US" sz="1500"/>
          </a:p>
        </p:txBody>
      </p:sp>
      <p:sp>
        <p:nvSpPr>
          <p:cNvPr id="11" name="Shape 7"/>
          <p:cNvSpPr/>
          <p:nvPr/>
        </p:nvSpPr>
        <p:spPr>
          <a:xfrm>
            <a:off x="548640" y="2606040"/>
            <a:ext cx="5440680" cy="914400"/>
          </a:xfrm>
          <a:prstGeom prst="roundRect">
            <a:avLst>
              <a:gd name="adj" fmla="val 10000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8"/>
          <p:cNvSpPr/>
          <p:nvPr/>
        </p:nvSpPr>
        <p:spPr>
          <a:xfrm>
            <a:off x="777240" y="2825496"/>
            <a:ext cx="475488" cy="47548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93522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26060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Segredos por envelope KEK/DEK; SSO OIDC + MFA já são código</a:t>
            </a:r>
            <a:endParaRPr lang="en-US" sz="1500"/>
          </a:p>
        </p:txBody>
      </p:sp>
      <p:sp>
        <p:nvSpPr>
          <p:cNvPr id="15" name="Shape 10"/>
          <p:cNvSpPr/>
          <p:nvPr/>
        </p:nvSpPr>
        <p:spPr>
          <a:xfrm>
            <a:off x="6172200" y="2606040"/>
            <a:ext cx="5440680" cy="914400"/>
          </a:xfrm>
          <a:prstGeom prst="roundRect">
            <a:avLst>
              <a:gd name="adj" fmla="val 10000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1"/>
          <p:cNvSpPr/>
          <p:nvPr/>
        </p:nvSpPr>
        <p:spPr>
          <a:xfrm>
            <a:off x="6400800" y="2825496"/>
            <a:ext cx="475488" cy="47548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2935224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086600" y="26060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Criptografia em repouso (KMS) e TLS verify-full no banco</a:t>
            </a:r>
            <a:endParaRPr lang="en-US" sz="1500"/>
          </a:p>
        </p:txBody>
      </p:sp>
      <p:sp>
        <p:nvSpPr>
          <p:cNvPr id="19" name="Shape 13"/>
          <p:cNvSpPr/>
          <p:nvPr/>
        </p:nvSpPr>
        <p:spPr>
          <a:xfrm>
            <a:off x="548640" y="3749040"/>
            <a:ext cx="5440680" cy="914400"/>
          </a:xfrm>
          <a:prstGeom prst="roundRect">
            <a:avLst>
              <a:gd name="adj" fmla="val 10000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4"/>
          <p:cNvSpPr/>
          <p:nvPr/>
        </p:nvSpPr>
        <p:spPr>
          <a:xfrm>
            <a:off x="777240" y="3968496"/>
            <a:ext cx="475488" cy="47548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078224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63040" y="37490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disponibilidade Multi-AZ; proteção contra exclusão no RDS</a:t>
            </a:r>
            <a:endParaRPr lang="en-US" sz="1500"/>
          </a:p>
        </p:txBody>
      </p:sp>
      <p:sp>
        <p:nvSpPr>
          <p:cNvPr id="23" name="Shape 16"/>
          <p:cNvSpPr/>
          <p:nvPr/>
        </p:nvSpPr>
        <p:spPr>
          <a:xfrm>
            <a:off x="6172200" y="3749040"/>
            <a:ext cx="5440680" cy="914400"/>
          </a:xfrm>
          <a:prstGeom prst="roundRect">
            <a:avLst>
              <a:gd name="adj" fmla="val 10000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17"/>
          <p:cNvSpPr/>
          <p:nvPr/>
        </p:nvSpPr>
        <p:spPr>
          <a:xfrm>
            <a:off x="6400800" y="3968496"/>
            <a:ext cx="475488" cy="47548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4078224"/>
            <a:ext cx="256032" cy="25603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086600" y="37490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 interno e NetworkPolicy em produção</a:t>
            </a:r>
            <a:endParaRPr lang="en-US" sz="1500"/>
          </a:p>
        </p:txBody>
      </p:sp>
      <p:sp>
        <p:nvSpPr>
          <p:cNvPr id="31" name="Text 22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 · Cortex · RESTRITA</a:t>
            </a:r>
            <a:endParaRPr lang="en-US" sz="900"/>
          </a:p>
        </p:txBody>
      </p:sp>
      <p:sp>
        <p:nvSpPr>
          <p:cNvPr id="32" name="Text 2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232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Padrões e documentação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49808" y="1673352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1143000" y="1417320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</a:t>
            </a:r>
            <a:endParaRPr lang="en-US" sz="1100"/>
          </a:p>
        </p:txBody>
      </p:sp>
      <p:sp>
        <p:nvSpPr>
          <p:cNvPr id="6" name="Text 4"/>
          <p:cNvSpPr txBox="1"/>
          <p:nvPr/>
        </p:nvSpPr>
        <p:spPr>
          <a:xfrm>
            <a:off x="2240280" y="1417320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IaC (Terraform) fornecido + serviços gerenciados padrão BMG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49808" y="2606040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1143000" y="2350008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</a:t>
            </a:r>
            <a:endParaRPr lang="en-US" sz="1100"/>
          </a:p>
        </p:txBody>
      </p:sp>
      <p:sp>
        <p:nvSpPr>
          <p:cNvPr id="10" name="Text 8"/>
          <p:cNvSpPr txBox="1"/>
          <p:nvPr/>
        </p:nvSpPr>
        <p:spPr>
          <a:xfrm>
            <a:off x="2240280" y="2350008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Diagramas C4 (contexto, solução, infra) entregues no padrão BMG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49808" y="3538728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1143000" y="3282696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</a:t>
            </a:r>
            <a:endParaRPr lang="en-US" sz="1100"/>
          </a:p>
        </p:txBody>
      </p:sp>
      <p:sp>
        <p:nvSpPr>
          <p:cNvPr id="14" name="Text 12"/>
          <p:cNvSpPr txBox="1"/>
          <p:nvPr/>
        </p:nvSpPr>
        <p:spPr>
          <a:xfrm>
            <a:off x="2240280" y="3282696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de valor (VSM) do fluxo de sustentação, com mapa de calor</a:t>
            </a:r>
            <a:endParaRPr lang="en-US" sz="1400"/>
          </a:p>
        </p:txBody>
      </p:sp>
      <p:sp>
        <p:nvSpPr>
          <p:cNvPr id="15" name="Shape 13"/>
          <p:cNvSpPr/>
          <p:nvPr/>
        </p:nvSpPr>
        <p:spPr>
          <a:xfrm>
            <a:off x="548640" y="4215384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49808" y="4471416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C983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1143000" y="4215384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</a:t>
            </a:r>
            <a:endParaRPr lang="en-US" sz="1100"/>
          </a:p>
        </p:txBody>
      </p:sp>
      <p:sp>
        <p:nvSpPr>
          <p:cNvPr id="18" name="Text 16"/>
          <p:cNvSpPr txBox="1"/>
          <p:nvPr/>
        </p:nvSpPr>
        <p:spPr>
          <a:xfrm>
            <a:off x="2240280" y="4215384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Solução-pacote atrás de Interface-ACL; integrações = API/Consumer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548640" y="5148072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749808" y="5404104"/>
            <a:ext cx="256032" cy="25603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1143000" y="5148072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BMG</a:t>
            </a:r>
            <a:endParaRPr lang="en-US" sz="1100"/>
          </a:p>
        </p:txBody>
      </p:sp>
      <p:sp>
        <p:nvSpPr>
          <p:cNvPr id="22" name="Text 20"/>
          <p:cNvSpPr txBox="1"/>
          <p:nvPr/>
        </p:nvSpPr>
        <p:spPr>
          <a:xfrm>
            <a:off x="2240280" y="5148072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de homologação equivalente é provisão do BMG</a:t>
            </a:r>
            <a:endParaRPr lang="en-US" sz="1400"/>
          </a:p>
        </p:txBody>
      </p:sp>
      <p:sp>
        <p:nvSpPr>
          <p:cNvPr id="23" name="Shape 21"/>
          <p:cNvSpPr/>
          <p:nvPr/>
        </p:nvSpPr>
        <p:spPr>
          <a:xfrm>
            <a:off x="8229600" y="1417320"/>
            <a:ext cx="3429000" cy="4526280"/>
          </a:xfrm>
          <a:prstGeom prst="roundRect">
            <a:avLst>
              <a:gd name="adj" fmla="val 2667"/>
            </a:avLst>
          </a:prstGeom>
          <a:solidFill>
            <a:srgbClr val="23272F"/>
          </a:solidFill>
          <a:ln w="12700">
            <a:solidFill>
              <a:srgbClr val="23272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8503920" y="164592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1783080"/>
            <a:ext cx="457200" cy="45720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937260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pontos reavaliados</a:t>
            </a:r>
            <a:endParaRPr lang="en-US" sz="1400"/>
          </a:p>
        </p:txBody>
      </p:sp>
      <p:sp>
        <p:nvSpPr>
          <p:cNvPr id="27" name="Text 24"/>
          <p:cNvSpPr txBox="1"/>
          <p:nvPr/>
        </p:nvSpPr>
        <p:spPr>
          <a:xfrm>
            <a:off x="8503920" y="26517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7CC4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/>
          </a:p>
        </p:txBody>
      </p:sp>
      <p:sp>
        <p:nvSpPr>
          <p:cNvPr id="28" name="Text 25"/>
          <p:cNvSpPr txBox="1"/>
          <p:nvPr/>
        </p:nvSpPr>
        <p:spPr>
          <a:xfrm>
            <a:off x="9555480" y="2651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Atendidos</a:t>
            </a:r>
            <a:endParaRPr lang="en-US" sz="1400"/>
          </a:p>
        </p:txBody>
      </p:sp>
      <p:sp>
        <p:nvSpPr>
          <p:cNvPr id="29" name="Text 26"/>
          <p:cNvSpPr txBox="1"/>
          <p:nvPr/>
        </p:nvSpPr>
        <p:spPr>
          <a:xfrm>
            <a:off x="8503920" y="34290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/>
          </a:p>
        </p:txBody>
      </p:sp>
      <p:sp>
        <p:nvSpPr>
          <p:cNvPr id="30" name="Text 27"/>
          <p:cNvSpPr txBox="1"/>
          <p:nvPr/>
        </p:nvSpPr>
        <p:spPr>
          <a:xfrm>
            <a:off x="9555480" y="3429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</a:t>
            </a:r>
            <a:endParaRPr lang="en-US" sz="1400"/>
          </a:p>
        </p:txBody>
      </p:sp>
      <p:sp>
        <p:nvSpPr>
          <p:cNvPr id="31" name="Text 28"/>
          <p:cNvSpPr txBox="1"/>
          <p:nvPr/>
        </p:nvSpPr>
        <p:spPr>
          <a:xfrm>
            <a:off x="8503920" y="42062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0A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/>
          </a:p>
        </p:txBody>
      </p:sp>
      <p:sp>
        <p:nvSpPr>
          <p:cNvPr id="32" name="Text 29"/>
          <p:cNvSpPr txBox="1"/>
          <p:nvPr/>
        </p:nvSpPr>
        <p:spPr>
          <a:xfrm>
            <a:off x="9555480" y="4206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400"/>
          </a:p>
        </p:txBody>
      </p:sp>
      <p:sp>
        <p:nvSpPr>
          <p:cNvPr id="33" name="Text 30"/>
          <p:cNvSpPr txBox="1"/>
          <p:nvPr/>
        </p:nvSpPr>
        <p:spPr>
          <a:xfrm>
            <a:off x="8503920" y="49834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/>
          </a:p>
        </p:txBody>
      </p:sp>
      <p:sp>
        <p:nvSpPr>
          <p:cNvPr id="34" name="Text 31"/>
          <p:cNvSpPr txBox="1"/>
          <p:nvPr/>
        </p:nvSpPr>
        <p:spPr>
          <a:xfrm>
            <a:off x="9555480" y="4983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Contratual</a:t>
            </a:r>
            <a:endParaRPr lang="en-US" sz="1400"/>
          </a:p>
        </p:txBody>
      </p:sp>
      <p:sp>
        <p:nvSpPr>
          <p:cNvPr id="36" name="Text 32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 · Cortex · RESTRITA</a:t>
            </a:r>
            <a:endParaRPr lang="en-US" sz="900"/>
          </a:p>
        </p:txBody>
      </p:sp>
      <p:sp>
        <p:nvSpPr>
          <p:cNvPr id="37" name="Text 3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232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Infraestrutura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49808" y="1673352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1143000" y="1417320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</a:t>
            </a:r>
            <a:endParaRPr lang="en-US" sz="1100"/>
          </a:p>
        </p:txBody>
      </p:sp>
      <p:sp>
        <p:nvSpPr>
          <p:cNvPr id="6" name="Text 4"/>
          <p:cNvSpPr txBox="1"/>
          <p:nvPr/>
        </p:nvSpPr>
        <p:spPr>
          <a:xfrm>
            <a:off x="2240280" y="1417320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 3 AZs, RDS e Redis Multi-AZ, ECR — dimensionado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49808" y="2606040"/>
            <a:ext cx="256032" cy="25603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C983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1143000" y="2350008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BMG</a:t>
            </a:r>
            <a:endParaRPr lang="en-US" sz="1100"/>
          </a:p>
        </p:txBody>
      </p:sp>
      <p:sp>
        <p:nvSpPr>
          <p:cNvPr id="10" name="Text 8"/>
          <p:cNvSpPr txBox="1"/>
          <p:nvPr/>
        </p:nvSpPr>
        <p:spPr>
          <a:xfrm>
            <a:off x="2240280" y="2350008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VPC/rede segue o padrão corporativo do BMG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49808" y="3538728"/>
            <a:ext cx="256032" cy="25603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1143000" y="3282696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BMG</a:t>
            </a:r>
            <a:endParaRPr lang="en-US" sz="1100"/>
          </a:p>
        </p:txBody>
      </p:sp>
      <p:sp>
        <p:nvSpPr>
          <p:cNvPr id="14" name="Text 12"/>
          <p:cNvSpPr txBox="1"/>
          <p:nvPr/>
        </p:nvSpPr>
        <p:spPr>
          <a:xfrm>
            <a:off x="2240280" y="3282696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Hardening dos nós (IMDSv2, SSM, EBS) — plataforma EKS do BMG</a:t>
            </a:r>
            <a:endParaRPr lang="en-US" sz="1400"/>
          </a:p>
        </p:txBody>
      </p:sp>
      <p:sp>
        <p:nvSpPr>
          <p:cNvPr id="15" name="Shape 13"/>
          <p:cNvSpPr/>
          <p:nvPr/>
        </p:nvSpPr>
        <p:spPr>
          <a:xfrm>
            <a:off x="548640" y="4215384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49808" y="4471416"/>
            <a:ext cx="256032" cy="25603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1143000" y="4215384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BMG</a:t>
            </a:r>
            <a:endParaRPr lang="en-US" sz="1100"/>
          </a:p>
        </p:txBody>
      </p:sp>
      <p:sp>
        <p:nvSpPr>
          <p:cNvPr id="18" name="Text 16"/>
          <p:cNvSpPr txBox="1"/>
          <p:nvPr/>
        </p:nvSpPr>
        <p:spPr>
          <a:xfrm>
            <a:off x="2240280" y="4215384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Upgrades do EKS e patch de AMIs — operação do BMG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548640" y="5148072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749808" y="5404104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C983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1143000" y="5148072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</a:t>
            </a:r>
            <a:endParaRPr lang="en-US" sz="1100"/>
          </a:p>
        </p:txBody>
      </p:sp>
      <p:sp>
        <p:nvSpPr>
          <p:cNvPr id="22" name="Text 20"/>
          <p:cNvSpPr txBox="1"/>
          <p:nvPr/>
        </p:nvSpPr>
        <p:spPr>
          <a:xfrm>
            <a:off x="2240280" y="5148072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Bucket S3 da KB: public-access-block + TLS-only + IRSA</a:t>
            </a:r>
            <a:endParaRPr lang="en-US" sz="1400"/>
          </a:p>
        </p:txBody>
      </p:sp>
      <p:sp>
        <p:nvSpPr>
          <p:cNvPr id="23" name="Shape 21"/>
          <p:cNvSpPr/>
          <p:nvPr/>
        </p:nvSpPr>
        <p:spPr>
          <a:xfrm>
            <a:off x="8229600" y="1417320"/>
            <a:ext cx="3429000" cy="4526280"/>
          </a:xfrm>
          <a:prstGeom prst="roundRect">
            <a:avLst>
              <a:gd name="adj" fmla="val 2667"/>
            </a:avLst>
          </a:prstGeom>
          <a:solidFill>
            <a:srgbClr val="23272F"/>
          </a:solidFill>
          <a:ln w="12700">
            <a:solidFill>
              <a:srgbClr val="23272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8503920" y="164592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1783080"/>
            <a:ext cx="457200" cy="45720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937260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pontos reavaliados</a:t>
            </a:r>
            <a:endParaRPr lang="en-US" sz="1400"/>
          </a:p>
        </p:txBody>
      </p:sp>
      <p:sp>
        <p:nvSpPr>
          <p:cNvPr id="27" name="Text 24"/>
          <p:cNvSpPr txBox="1"/>
          <p:nvPr/>
        </p:nvSpPr>
        <p:spPr>
          <a:xfrm>
            <a:off x="8503920" y="26517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7CC4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/>
          </a:p>
        </p:txBody>
      </p:sp>
      <p:sp>
        <p:nvSpPr>
          <p:cNvPr id="28" name="Text 25"/>
          <p:cNvSpPr txBox="1"/>
          <p:nvPr/>
        </p:nvSpPr>
        <p:spPr>
          <a:xfrm>
            <a:off x="9555480" y="2651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Atendidos</a:t>
            </a:r>
            <a:endParaRPr lang="en-US" sz="1400"/>
          </a:p>
        </p:txBody>
      </p:sp>
      <p:sp>
        <p:nvSpPr>
          <p:cNvPr id="29" name="Text 26"/>
          <p:cNvSpPr txBox="1"/>
          <p:nvPr/>
        </p:nvSpPr>
        <p:spPr>
          <a:xfrm>
            <a:off x="8503920" y="34290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/>
          </a:p>
        </p:txBody>
      </p:sp>
      <p:sp>
        <p:nvSpPr>
          <p:cNvPr id="30" name="Text 27"/>
          <p:cNvSpPr txBox="1"/>
          <p:nvPr/>
        </p:nvSpPr>
        <p:spPr>
          <a:xfrm>
            <a:off x="9555480" y="3429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</a:t>
            </a:r>
            <a:endParaRPr lang="en-US" sz="1400"/>
          </a:p>
        </p:txBody>
      </p:sp>
      <p:sp>
        <p:nvSpPr>
          <p:cNvPr id="31" name="Text 28"/>
          <p:cNvSpPr txBox="1"/>
          <p:nvPr/>
        </p:nvSpPr>
        <p:spPr>
          <a:xfrm>
            <a:off x="8503920" y="42062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0A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/>
          </a:p>
        </p:txBody>
      </p:sp>
      <p:sp>
        <p:nvSpPr>
          <p:cNvPr id="32" name="Text 29"/>
          <p:cNvSpPr txBox="1"/>
          <p:nvPr/>
        </p:nvSpPr>
        <p:spPr>
          <a:xfrm>
            <a:off x="9555480" y="4206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400"/>
          </a:p>
        </p:txBody>
      </p:sp>
      <p:sp>
        <p:nvSpPr>
          <p:cNvPr id="33" name="Text 30"/>
          <p:cNvSpPr txBox="1"/>
          <p:nvPr/>
        </p:nvSpPr>
        <p:spPr>
          <a:xfrm>
            <a:off x="8503920" y="49834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/>
          </a:p>
        </p:txBody>
      </p:sp>
      <p:sp>
        <p:nvSpPr>
          <p:cNvPr id="34" name="Text 31"/>
          <p:cNvSpPr txBox="1"/>
          <p:nvPr/>
        </p:nvSpPr>
        <p:spPr>
          <a:xfrm>
            <a:off x="9555480" y="4983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Contratual</a:t>
            </a:r>
            <a:endParaRPr lang="en-US" sz="1400"/>
          </a:p>
        </p:txBody>
      </p:sp>
      <p:sp>
        <p:nvSpPr>
          <p:cNvPr id="36" name="Text 32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 · Cortex · RESTRITA</a:t>
            </a:r>
            <a:endParaRPr lang="en-US" sz="900"/>
          </a:p>
        </p:txBody>
      </p:sp>
      <p:sp>
        <p:nvSpPr>
          <p:cNvPr id="37" name="Text 3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232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Rede, firewall e WAF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49808" y="1673352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1143000" y="1417320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</a:t>
            </a:r>
            <a:endParaRPr lang="en-US" sz="1100"/>
          </a:p>
        </p:txBody>
      </p:sp>
      <p:sp>
        <p:nvSpPr>
          <p:cNvPr id="6" name="Text 4"/>
          <p:cNvSpPr txBox="1"/>
          <p:nvPr/>
        </p:nvSpPr>
        <p:spPr>
          <a:xfrm>
            <a:off x="2240280" y="1417320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Balanceador interno, sem exposição direta à internet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49808" y="2606040"/>
            <a:ext cx="256032" cy="25603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1143000" y="2350008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BMG</a:t>
            </a:r>
            <a:endParaRPr lang="en-US" sz="1100"/>
          </a:p>
        </p:txBody>
      </p:sp>
      <p:sp>
        <p:nvSpPr>
          <p:cNvPr id="10" name="Text 8"/>
          <p:cNvSpPr txBox="1"/>
          <p:nvPr/>
        </p:nvSpPr>
        <p:spPr>
          <a:xfrm>
            <a:off x="2240280" y="2350008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WAF e regras gerenciadas — borda do BMG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49808" y="3538728"/>
            <a:ext cx="256032" cy="25603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1143000" y="3282696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BMG</a:t>
            </a:r>
            <a:endParaRPr lang="en-US" sz="1100"/>
          </a:p>
        </p:txBody>
      </p:sp>
      <p:sp>
        <p:nvSpPr>
          <p:cNvPr id="14" name="Text 12"/>
          <p:cNvSpPr txBox="1"/>
          <p:nvPr/>
        </p:nvSpPr>
        <p:spPr>
          <a:xfrm>
            <a:off x="2240280" y="3282696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Allow-list de egress (LLM/ITSM/automação) — rede do BMG</a:t>
            </a:r>
            <a:endParaRPr lang="en-US" sz="1400"/>
          </a:p>
        </p:txBody>
      </p:sp>
      <p:sp>
        <p:nvSpPr>
          <p:cNvPr id="15" name="Shape 13"/>
          <p:cNvSpPr/>
          <p:nvPr/>
        </p:nvSpPr>
        <p:spPr>
          <a:xfrm>
            <a:off x="548640" y="4215384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49808" y="4471416"/>
            <a:ext cx="256032" cy="25603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C983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1143000" y="4215384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BMG</a:t>
            </a:r>
            <a:endParaRPr lang="en-US" sz="1100"/>
          </a:p>
        </p:txBody>
      </p:sp>
      <p:sp>
        <p:nvSpPr>
          <p:cNvPr id="18" name="Text 16"/>
          <p:cNvSpPr txBox="1"/>
          <p:nvPr/>
        </p:nvSpPr>
        <p:spPr>
          <a:xfrm>
            <a:off x="2240280" y="4215384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 privado / endpoint — topologia do BMG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548640" y="5148072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749808" y="5404104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C983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1143000" y="5148072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</a:t>
            </a:r>
            <a:endParaRPr lang="en-US" sz="1100"/>
          </a:p>
        </p:txBody>
      </p:sp>
      <p:sp>
        <p:nvSpPr>
          <p:cNvPr id="22" name="Text 20"/>
          <p:cNvSpPr txBox="1"/>
          <p:nvPr/>
        </p:nvSpPr>
        <p:spPr>
          <a:xfrm>
            <a:off x="2240280" y="5148072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NetworkPolicy deny-all + bloqueio de metadata (no chart)</a:t>
            </a:r>
            <a:endParaRPr lang="en-US" sz="1400"/>
          </a:p>
        </p:txBody>
      </p:sp>
      <p:sp>
        <p:nvSpPr>
          <p:cNvPr id="23" name="Shape 21"/>
          <p:cNvSpPr/>
          <p:nvPr/>
        </p:nvSpPr>
        <p:spPr>
          <a:xfrm>
            <a:off x="8229600" y="1417320"/>
            <a:ext cx="3429000" cy="4526280"/>
          </a:xfrm>
          <a:prstGeom prst="roundRect">
            <a:avLst>
              <a:gd name="adj" fmla="val 2667"/>
            </a:avLst>
          </a:prstGeom>
          <a:solidFill>
            <a:srgbClr val="23272F"/>
          </a:solidFill>
          <a:ln w="12700">
            <a:solidFill>
              <a:srgbClr val="23272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8503920" y="164592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1783080"/>
            <a:ext cx="457200" cy="45720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937260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pontos reavaliados</a:t>
            </a:r>
            <a:endParaRPr lang="en-US" sz="1400"/>
          </a:p>
        </p:txBody>
      </p:sp>
      <p:sp>
        <p:nvSpPr>
          <p:cNvPr id="27" name="Text 24"/>
          <p:cNvSpPr txBox="1"/>
          <p:nvPr/>
        </p:nvSpPr>
        <p:spPr>
          <a:xfrm>
            <a:off x="8503920" y="26517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7CC4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/>
          </a:p>
        </p:txBody>
      </p:sp>
      <p:sp>
        <p:nvSpPr>
          <p:cNvPr id="28" name="Text 25"/>
          <p:cNvSpPr txBox="1"/>
          <p:nvPr/>
        </p:nvSpPr>
        <p:spPr>
          <a:xfrm>
            <a:off x="9555480" y="2651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Atendidos</a:t>
            </a:r>
            <a:endParaRPr lang="en-US" sz="1400"/>
          </a:p>
        </p:txBody>
      </p:sp>
      <p:sp>
        <p:nvSpPr>
          <p:cNvPr id="29" name="Text 26"/>
          <p:cNvSpPr txBox="1"/>
          <p:nvPr/>
        </p:nvSpPr>
        <p:spPr>
          <a:xfrm>
            <a:off x="8503920" y="34290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/>
          </a:p>
        </p:txBody>
      </p:sp>
      <p:sp>
        <p:nvSpPr>
          <p:cNvPr id="30" name="Text 27"/>
          <p:cNvSpPr txBox="1"/>
          <p:nvPr/>
        </p:nvSpPr>
        <p:spPr>
          <a:xfrm>
            <a:off x="9555480" y="3429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</a:t>
            </a:r>
            <a:endParaRPr lang="en-US" sz="1400"/>
          </a:p>
        </p:txBody>
      </p:sp>
      <p:sp>
        <p:nvSpPr>
          <p:cNvPr id="31" name="Text 28"/>
          <p:cNvSpPr txBox="1"/>
          <p:nvPr/>
        </p:nvSpPr>
        <p:spPr>
          <a:xfrm>
            <a:off x="8503920" y="42062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0A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/>
          </a:p>
        </p:txBody>
      </p:sp>
      <p:sp>
        <p:nvSpPr>
          <p:cNvPr id="32" name="Text 29"/>
          <p:cNvSpPr txBox="1"/>
          <p:nvPr/>
        </p:nvSpPr>
        <p:spPr>
          <a:xfrm>
            <a:off x="9555480" y="4206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400"/>
          </a:p>
        </p:txBody>
      </p:sp>
      <p:sp>
        <p:nvSpPr>
          <p:cNvPr id="33" name="Text 30"/>
          <p:cNvSpPr txBox="1"/>
          <p:nvPr/>
        </p:nvSpPr>
        <p:spPr>
          <a:xfrm>
            <a:off x="8503920" y="49834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/>
          </a:p>
        </p:txBody>
      </p:sp>
      <p:sp>
        <p:nvSpPr>
          <p:cNvPr id="34" name="Text 31"/>
          <p:cNvSpPr txBox="1"/>
          <p:nvPr/>
        </p:nvSpPr>
        <p:spPr>
          <a:xfrm>
            <a:off x="9555480" y="4983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Contratual</a:t>
            </a:r>
            <a:endParaRPr lang="en-US" sz="1400"/>
          </a:p>
        </p:txBody>
      </p:sp>
      <p:sp>
        <p:nvSpPr>
          <p:cNvPr id="36" name="Text 32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 · Cortex · RESTRITA</a:t>
            </a:r>
            <a:endParaRPr lang="en-US" sz="900"/>
          </a:p>
        </p:txBody>
      </p:sp>
      <p:sp>
        <p:nvSpPr>
          <p:cNvPr id="37" name="Text 3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232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Identidade e acesso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49808" y="1673352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1143000" y="1417320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</a:t>
            </a:r>
            <a:endParaRPr lang="en-US" sz="1100"/>
          </a:p>
        </p:txBody>
      </p:sp>
      <p:sp>
        <p:nvSpPr>
          <p:cNvPr id="6" name="Text 4"/>
          <p:cNvSpPr txBox="1"/>
          <p:nvPr/>
        </p:nvSpPr>
        <p:spPr>
          <a:xfrm>
            <a:off x="2240280" y="1417320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 OIDC (Entra/Google) — código presente; ativar = issuer do BMG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49808" y="2606040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1143000" y="2350008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</a:t>
            </a:r>
            <a:endParaRPr lang="en-US" sz="1100"/>
          </a:p>
        </p:txBody>
      </p:sp>
      <p:sp>
        <p:nvSpPr>
          <p:cNvPr id="10" name="Text 8"/>
          <p:cNvSpPr txBox="1"/>
          <p:nvPr/>
        </p:nvSpPr>
        <p:spPr>
          <a:xfrm>
            <a:off x="2240280" y="2350008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MFA-TOTP implementado (lockout, cookie pré-auth)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49808" y="3538728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1143000" y="3282696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</a:t>
            </a:r>
            <a:endParaRPr lang="en-US" sz="1100"/>
          </a:p>
        </p:txBody>
      </p:sp>
      <p:sp>
        <p:nvSpPr>
          <p:cNvPr id="14" name="Text 12"/>
          <p:cNvSpPr txBox="1"/>
          <p:nvPr/>
        </p:nvSpPr>
        <p:spPr>
          <a:xfrm>
            <a:off x="2240280" y="3282696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default-deny (RBAC_STRICT) — alinhado à CMN 4.893</a:t>
            </a:r>
            <a:endParaRPr lang="en-US" sz="1400"/>
          </a:p>
        </p:txBody>
      </p:sp>
      <p:sp>
        <p:nvSpPr>
          <p:cNvPr id="15" name="Shape 13"/>
          <p:cNvSpPr/>
          <p:nvPr/>
        </p:nvSpPr>
        <p:spPr>
          <a:xfrm>
            <a:off x="548640" y="4215384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49808" y="4471416"/>
            <a:ext cx="256032" cy="25603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1143000" y="4215384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BMG</a:t>
            </a:r>
            <a:endParaRPr lang="en-US" sz="1100"/>
          </a:p>
        </p:txBody>
      </p:sp>
      <p:sp>
        <p:nvSpPr>
          <p:cNvPr id="18" name="Text 16"/>
          <p:cNvSpPr txBox="1"/>
          <p:nvPr/>
        </p:nvSpPr>
        <p:spPr>
          <a:xfrm>
            <a:off x="2240280" y="4215384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de deploy e acesso humano do fornecedor — IAM/pipeline do BMG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548640" y="5148072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749808" y="5404104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1143000" y="5148072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</a:t>
            </a:r>
            <a:endParaRPr lang="en-US" sz="1100"/>
          </a:p>
        </p:txBody>
      </p:sp>
      <p:sp>
        <p:nvSpPr>
          <p:cNvPr id="22" name="Text 20"/>
          <p:cNvSpPr txBox="1"/>
          <p:nvPr/>
        </p:nvSpPr>
        <p:spPr>
          <a:xfrm>
            <a:off x="2240280" y="5148072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temporário com SSO + revogação auditável</a:t>
            </a:r>
            <a:endParaRPr lang="en-US" sz="1400"/>
          </a:p>
        </p:txBody>
      </p:sp>
      <p:sp>
        <p:nvSpPr>
          <p:cNvPr id="23" name="Shape 21"/>
          <p:cNvSpPr/>
          <p:nvPr/>
        </p:nvSpPr>
        <p:spPr>
          <a:xfrm>
            <a:off x="8229600" y="1417320"/>
            <a:ext cx="3429000" cy="4526280"/>
          </a:xfrm>
          <a:prstGeom prst="roundRect">
            <a:avLst>
              <a:gd name="adj" fmla="val 2667"/>
            </a:avLst>
          </a:prstGeom>
          <a:solidFill>
            <a:srgbClr val="23272F"/>
          </a:solidFill>
          <a:ln w="12700">
            <a:solidFill>
              <a:srgbClr val="23272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8503920" y="164592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1783080"/>
            <a:ext cx="457200" cy="45720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937260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pontos reavaliados</a:t>
            </a:r>
            <a:endParaRPr lang="en-US" sz="1400"/>
          </a:p>
        </p:txBody>
      </p:sp>
      <p:sp>
        <p:nvSpPr>
          <p:cNvPr id="27" name="Text 24"/>
          <p:cNvSpPr txBox="1"/>
          <p:nvPr/>
        </p:nvSpPr>
        <p:spPr>
          <a:xfrm>
            <a:off x="8503920" y="26517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7CC4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/>
          </a:p>
        </p:txBody>
      </p:sp>
      <p:sp>
        <p:nvSpPr>
          <p:cNvPr id="28" name="Text 25"/>
          <p:cNvSpPr txBox="1"/>
          <p:nvPr/>
        </p:nvSpPr>
        <p:spPr>
          <a:xfrm>
            <a:off x="9555480" y="2651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Atendidos</a:t>
            </a:r>
            <a:endParaRPr lang="en-US" sz="1400"/>
          </a:p>
        </p:txBody>
      </p:sp>
      <p:sp>
        <p:nvSpPr>
          <p:cNvPr id="29" name="Text 26"/>
          <p:cNvSpPr txBox="1"/>
          <p:nvPr/>
        </p:nvSpPr>
        <p:spPr>
          <a:xfrm>
            <a:off x="8503920" y="34290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/>
          </a:p>
        </p:txBody>
      </p:sp>
      <p:sp>
        <p:nvSpPr>
          <p:cNvPr id="30" name="Text 27"/>
          <p:cNvSpPr txBox="1"/>
          <p:nvPr/>
        </p:nvSpPr>
        <p:spPr>
          <a:xfrm>
            <a:off x="9555480" y="3429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</a:t>
            </a:r>
            <a:endParaRPr lang="en-US" sz="1400"/>
          </a:p>
        </p:txBody>
      </p:sp>
      <p:sp>
        <p:nvSpPr>
          <p:cNvPr id="31" name="Text 28"/>
          <p:cNvSpPr txBox="1"/>
          <p:nvPr/>
        </p:nvSpPr>
        <p:spPr>
          <a:xfrm>
            <a:off x="8503920" y="42062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0A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/>
          </a:p>
        </p:txBody>
      </p:sp>
      <p:sp>
        <p:nvSpPr>
          <p:cNvPr id="32" name="Text 29"/>
          <p:cNvSpPr txBox="1"/>
          <p:nvPr/>
        </p:nvSpPr>
        <p:spPr>
          <a:xfrm>
            <a:off x="9555480" y="4206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400"/>
          </a:p>
        </p:txBody>
      </p:sp>
      <p:sp>
        <p:nvSpPr>
          <p:cNvPr id="33" name="Text 30"/>
          <p:cNvSpPr txBox="1"/>
          <p:nvPr/>
        </p:nvSpPr>
        <p:spPr>
          <a:xfrm>
            <a:off x="8503920" y="49834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/>
          </a:p>
        </p:txBody>
      </p:sp>
      <p:sp>
        <p:nvSpPr>
          <p:cNvPr id="34" name="Text 31"/>
          <p:cNvSpPr txBox="1"/>
          <p:nvPr/>
        </p:nvSpPr>
        <p:spPr>
          <a:xfrm>
            <a:off x="9555480" y="4983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Contratual</a:t>
            </a:r>
            <a:endParaRPr lang="en-US" sz="1400"/>
          </a:p>
        </p:txBody>
      </p:sp>
      <p:sp>
        <p:nvSpPr>
          <p:cNvPr id="36" name="Text 32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 · Cortex · RESTRITA</a:t>
            </a:r>
            <a:endParaRPr lang="en-US" sz="900"/>
          </a:p>
        </p:txBody>
      </p:sp>
      <p:sp>
        <p:nvSpPr>
          <p:cNvPr id="37" name="Text 3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232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Cofre, segredos e credenciais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49808" y="1673352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1143000" y="1417320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</a:t>
            </a:r>
            <a:endParaRPr lang="en-US" sz="1100"/>
          </a:p>
        </p:txBody>
      </p:sp>
      <p:sp>
        <p:nvSpPr>
          <p:cNvPr id="6" name="Text 4"/>
          <p:cNvSpPr txBox="1"/>
          <p:nvPr/>
        </p:nvSpPr>
        <p:spPr>
          <a:xfrm>
            <a:off x="2240280" y="1417320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segredos no Secrets Manager, lidos em runtime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49808" y="2606040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1143000" y="2350008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</a:t>
            </a:r>
            <a:endParaRPr lang="en-US" sz="1100"/>
          </a:p>
        </p:txBody>
      </p:sp>
      <p:sp>
        <p:nvSpPr>
          <p:cNvPr id="10" name="Text 8"/>
          <p:cNvSpPr txBox="1"/>
          <p:nvPr/>
        </p:nvSpPr>
        <p:spPr>
          <a:xfrm>
            <a:off x="2240280" y="2350008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Rotação: multi-KEK + /rewrap online (sem downtime)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49808" y="3538728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1143000" y="3282696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</a:t>
            </a:r>
            <a:endParaRPr lang="en-US" sz="1100"/>
          </a:p>
        </p:txBody>
      </p:sp>
      <p:sp>
        <p:nvSpPr>
          <p:cNvPr id="14" name="Text 12"/>
          <p:cNvSpPr txBox="1"/>
          <p:nvPr/>
        </p:nvSpPr>
        <p:spPr>
          <a:xfrm>
            <a:off x="2240280" y="3282696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Credencial de integração cifrada at-rest (envelope KEK/DEK)</a:t>
            </a:r>
            <a:endParaRPr lang="en-US" sz="1400"/>
          </a:p>
        </p:txBody>
      </p:sp>
      <p:sp>
        <p:nvSpPr>
          <p:cNvPr id="15" name="Shape 13"/>
          <p:cNvSpPr/>
          <p:nvPr/>
        </p:nvSpPr>
        <p:spPr>
          <a:xfrm>
            <a:off x="548640" y="4215384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49808" y="4471416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C983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1143000" y="4215384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</a:t>
            </a:r>
            <a:endParaRPr lang="en-US" sz="1100"/>
          </a:p>
        </p:txBody>
      </p:sp>
      <p:sp>
        <p:nvSpPr>
          <p:cNvPr id="18" name="Text 16"/>
          <p:cNvSpPr txBox="1"/>
          <p:nvPr/>
        </p:nvSpPr>
        <p:spPr>
          <a:xfrm>
            <a:off x="2240280" y="4215384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SECRET_KEK = chave-mestra por envelope; custodiável no cofre BMG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548640" y="5148072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749808" y="5404104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1143000" y="5148072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</a:t>
            </a:r>
            <a:endParaRPr lang="en-US" sz="1100"/>
          </a:p>
        </p:txBody>
      </p:sp>
      <p:sp>
        <p:nvSpPr>
          <p:cNvPr id="22" name="Text 20"/>
          <p:cNvSpPr txBox="1"/>
          <p:nvPr/>
        </p:nvSpPr>
        <p:spPr>
          <a:xfrm>
            <a:off x="2240280" y="5148072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Senha nunca em linha de comando (arquivo 600; modo cofre: SM do BMG)</a:t>
            </a:r>
            <a:endParaRPr lang="en-US" sz="1400"/>
          </a:p>
        </p:txBody>
      </p:sp>
      <p:sp>
        <p:nvSpPr>
          <p:cNvPr id="23" name="Shape 21"/>
          <p:cNvSpPr/>
          <p:nvPr/>
        </p:nvSpPr>
        <p:spPr>
          <a:xfrm>
            <a:off x="8229600" y="1417320"/>
            <a:ext cx="3429000" cy="4526280"/>
          </a:xfrm>
          <a:prstGeom prst="roundRect">
            <a:avLst>
              <a:gd name="adj" fmla="val 2667"/>
            </a:avLst>
          </a:prstGeom>
          <a:solidFill>
            <a:srgbClr val="23272F"/>
          </a:solidFill>
          <a:ln w="12700">
            <a:solidFill>
              <a:srgbClr val="23272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8503920" y="164592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1783080"/>
            <a:ext cx="457200" cy="45720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937260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pontos reavaliados</a:t>
            </a:r>
            <a:endParaRPr lang="en-US" sz="1400"/>
          </a:p>
        </p:txBody>
      </p:sp>
      <p:sp>
        <p:nvSpPr>
          <p:cNvPr id="27" name="Text 24"/>
          <p:cNvSpPr txBox="1"/>
          <p:nvPr/>
        </p:nvSpPr>
        <p:spPr>
          <a:xfrm>
            <a:off x="8503920" y="26517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7CC4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/>
          </a:p>
        </p:txBody>
      </p:sp>
      <p:sp>
        <p:nvSpPr>
          <p:cNvPr id="28" name="Text 25"/>
          <p:cNvSpPr txBox="1"/>
          <p:nvPr/>
        </p:nvSpPr>
        <p:spPr>
          <a:xfrm>
            <a:off x="9555480" y="2651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Atendidos</a:t>
            </a:r>
            <a:endParaRPr lang="en-US" sz="1400"/>
          </a:p>
        </p:txBody>
      </p:sp>
      <p:sp>
        <p:nvSpPr>
          <p:cNvPr id="29" name="Text 26"/>
          <p:cNvSpPr txBox="1"/>
          <p:nvPr/>
        </p:nvSpPr>
        <p:spPr>
          <a:xfrm>
            <a:off x="8503920" y="34290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/>
          </a:p>
        </p:txBody>
      </p:sp>
      <p:sp>
        <p:nvSpPr>
          <p:cNvPr id="30" name="Text 27"/>
          <p:cNvSpPr txBox="1"/>
          <p:nvPr/>
        </p:nvSpPr>
        <p:spPr>
          <a:xfrm>
            <a:off x="9555480" y="3429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</a:t>
            </a:r>
            <a:endParaRPr lang="en-US" sz="1400"/>
          </a:p>
        </p:txBody>
      </p:sp>
      <p:sp>
        <p:nvSpPr>
          <p:cNvPr id="31" name="Text 28"/>
          <p:cNvSpPr txBox="1"/>
          <p:nvPr/>
        </p:nvSpPr>
        <p:spPr>
          <a:xfrm>
            <a:off x="8503920" y="42062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0A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/>
          </a:p>
        </p:txBody>
      </p:sp>
      <p:sp>
        <p:nvSpPr>
          <p:cNvPr id="32" name="Text 29"/>
          <p:cNvSpPr txBox="1"/>
          <p:nvPr/>
        </p:nvSpPr>
        <p:spPr>
          <a:xfrm>
            <a:off x="9555480" y="4206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400"/>
          </a:p>
        </p:txBody>
      </p:sp>
      <p:sp>
        <p:nvSpPr>
          <p:cNvPr id="33" name="Text 30"/>
          <p:cNvSpPr txBox="1"/>
          <p:nvPr/>
        </p:nvSpPr>
        <p:spPr>
          <a:xfrm>
            <a:off x="8503920" y="49834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/>
          </a:p>
        </p:txBody>
      </p:sp>
      <p:sp>
        <p:nvSpPr>
          <p:cNvPr id="34" name="Text 31"/>
          <p:cNvSpPr txBox="1"/>
          <p:nvPr/>
        </p:nvSpPr>
        <p:spPr>
          <a:xfrm>
            <a:off x="9555480" y="4983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Contratual</a:t>
            </a:r>
            <a:endParaRPr lang="en-US" sz="1400"/>
          </a:p>
        </p:txBody>
      </p:sp>
      <p:sp>
        <p:nvSpPr>
          <p:cNvPr id="36" name="Text 32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 · Cortex · RESTRITA</a:t>
            </a:r>
            <a:endParaRPr lang="en-US" sz="900"/>
          </a:p>
        </p:txBody>
      </p:sp>
      <p:sp>
        <p:nvSpPr>
          <p:cNvPr id="37" name="Text 3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232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Criptografia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49808" y="1673352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1143000" y="1417320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</a:t>
            </a:r>
            <a:endParaRPr lang="en-US" sz="1100"/>
          </a:p>
        </p:txBody>
      </p:sp>
      <p:sp>
        <p:nvSpPr>
          <p:cNvPr id="6" name="Text 4"/>
          <p:cNvSpPr txBox="1"/>
          <p:nvPr/>
        </p:nvSpPr>
        <p:spPr>
          <a:xfrm>
            <a:off x="2240280" y="1417320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Repouso: RDS, Redis, EKS e Secrets Manager com KMS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49808" y="2606040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1143000" y="2350008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</a:t>
            </a:r>
            <a:endParaRPr lang="en-US" sz="1100"/>
          </a:p>
        </p:txBody>
      </p:sp>
      <p:sp>
        <p:nvSpPr>
          <p:cNvPr id="10" name="Text 8"/>
          <p:cNvSpPr txBox="1"/>
          <p:nvPr/>
        </p:nvSpPr>
        <p:spPr>
          <a:xfrm>
            <a:off x="2240280" y="2350008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Trânsito: TLS verify-full no banco + Redis (rediss)</a:t>
            </a:r>
            <a:endParaRPr lang="en-US" sz="1400"/>
          </a:p>
        </p:txBody>
      </p:sp>
      <p:sp>
        <p:nvSpPr>
          <p:cNvPr id="15" name="Shape 13"/>
          <p:cNvSpPr/>
          <p:nvPr/>
        </p:nvSpPr>
        <p:spPr>
          <a:xfrm>
            <a:off x="537006" y="3389399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38174" y="3645431"/>
            <a:ext cx="256032" cy="25603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C983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1131366" y="3389399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BMG</a:t>
            </a:r>
            <a:endParaRPr lang="en-US" sz="1100"/>
          </a:p>
        </p:txBody>
      </p:sp>
      <p:sp>
        <p:nvSpPr>
          <p:cNvPr id="18" name="Text 16"/>
          <p:cNvSpPr txBox="1"/>
          <p:nvPr/>
        </p:nvSpPr>
        <p:spPr>
          <a:xfrm>
            <a:off x="2228646" y="3389399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interno ALB→pods — mesh/plataforma do BMG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537006" y="4322087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738174" y="4578119"/>
            <a:ext cx="256032" cy="25603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1131366" y="4322087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BMG</a:t>
            </a:r>
            <a:endParaRPr lang="en-US" sz="1100"/>
          </a:p>
        </p:txBody>
      </p:sp>
      <p:sp>
        <p:nvSpPr>
          <p:cNvPr id="22" name="Text 20"/>
          <p:cNvSpPr txBox="1"/>
          <p:nvPr/>
        </p:nvSpPr>
        <p:spPr>
          <a:xfrm>
            <a:off x="2228646" y="4322087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vida das chaves KMS — conta do BMG</a:t>
            </a:r>
            <a:endParaRPr lang="en-US" sz="1400"/>
          </a:p>
        </p:txBody>
      </p:sp>
      <p:sp>
        <p:nvSpPr>
          <p:cNvPr id="23" name="Shape 21"/>
          <p:cNvSpPr/>
          <p:nvPr/>
        </p:nvSpPr>
        <p:spPr>
          <a:xfrm>
            <a:off x="8229600" y="1417320"/>
            <a:ext cx="3429000" cy="4526280"/>
          </a:xfrm>
          <a:prstGeom prst="roundRect">
            <a:avLst>
              <a:gd name="adj" fmla="val 2667"/>
            </a:avLst>
          </a:prstGeom>
          <a:solidFill>
            <a:srgbClr val="23272F"/>
          </a:solidFill>
          <a:ln w="12700">
            <a:solidFill>
              <a:srgbClr val="23272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8503920" y="164592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1783080"/>
            <a:ext cx="457200" cy="45720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937260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pontos reavaliados</a:t>
            </a:r>
            <a:endParaRPr lang="en-US" sz="1400"/>
          </a:p>
        </p:txBody>
      </p:sp>
      <p:sp>
        <p:nvSpPr>
          <p:cNvPr id="27" name="Text 24"/>
          <p:cNvSpPr txBox="1"/>
          <p:nvPr/>
        </p:nvSpPr>
        <p:spPr>
          <a:xfrm>
            <a:off x="8503920" y="26517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7CC4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/>
          </a:p>
        </p:txBody>
      </p:sp>
      <p:sp>
        <p:nvSpPr>
          <p:cNvPr id="28" name="Text 25"/>
          <p:cNvSpPr txBox="1"/>
          <p:nvPr/>
        </p:nvSpPr>
        <p:spPr>
          <a:xfrm>
            <a:off x="9555480" y="2651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Atendidos</a:t>
            </a:r>
            <a:endParaRPr lang="en-US" sz="1400"/>
          </a:p>
        </p:txBody>
      </p:sp>
      <p:sp>
        <p:nvSpPr>
          <p:cNvPr id="29" name="Text 26"/>
          <p:cNvSpPr txBox="1"/>
          <p:nvPr/>
        </p:nvSpPr>
        <p:spPr>
          <a:xfrm>
            <a:off x="8503920" y="34290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/>
          </a:p>
        </p:txBody>
      </p:sp>
      <p:sp>
        <p:nvSpPr>
          <p:cNvPr id="30" name="Text 27"/>
          <p:cNvSpPr txBox="1"/>
          <p:nvPr/>
        </p:nvSpPr>
        <p:spPr>
          <a:xfrm>
            <a:off x="9555480" y="3429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</a:t>
            </a:r>
            <a:endParaRPr lang="en-US" sz="1400"/>
          </a:p>
        </p:txBody>
      </p:sp>
      <p:sp>
        <p:nvSpPr>
          <p:cNvPr id="31" name="Text 28"/>
          <p:cNvSpPr txBox="1"/>
          <p:nvPr/>
        </p:nvSpPr>
        <p:spPr>
          <a:xfrm>
            <a:off x="8503920" y="42062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0A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/>
          </a:p>
        </p:txBody>
      </p:sp>
      <p:sp>
        <p:nvSpPr>
          <p:cNvPr id="32" name="Text 29"/>
          <p:cNvSpPr txBox="1"/>
          <p:nvPr/>
        </p:nvSpPr>
        <p:spPr>
          <a:xfrm>
            <a:off x="9555480" y="4206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400"/>
          </a:p>
        </p:txBody>
      </p:sp>
      <p:sp>
        <p:nvSpPr>
          <p:cNvPr id="33" name="Text 30"/>
          <p:cNvSpPr txBox="1"/>
          <p:nvPr/>
        </p:nvSpPr>
        <p:spPr>
          <a:xfrm>
            <a:off x="8503920" y="49834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/>
          </a:p>
        </p:txBody>
      </p:sp>
      <p:sp>
        <p:nvSpPr>
          <p:cNvPr id="34" name="Text 31"/>
          <p:cNvSpPr txBox="1"/>
          <p:nvPr/>
        </p:nvSpPr>
        <p:spPr>
          <a:xfrm>
            <a:off x="9555480" y="4983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Contratual</a:t>
            </a:r>
            <a:endParaRPr lang="en-US" sz="1400"/>
          </a:p>
        </p:txBody>
      </p:sp>
      <p:sp>
        <p:nvSpPr>
          <p:cNvPr id="36" name="Text 32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 · Cortex · RESTRITA</a:t>
            </a:r>
            <a:endParaRPr lang="en-US" sz="900"/>
          </a:p>
        </p:txBody>
      </p:sp>
      <p:sp>
        <p:nvSpPr>
          <p:cNvPr id="37" name="Text 3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232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LGPD e proteção de dados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49808" y="1673352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1143000" y="1417320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</a:t>
            </a:r>
            <a:endParaRPr lang="en-US" sz="1100"/>
          </a:p>
        </p:txBody>
      </p:sp>
      <p:sp>
        <p:nvSpPr>
          <p:cNvPr id="6" name="Text 4"/>
          <p:cNvSpPr txBox="1"/>
          <p:nvPr/>
        </p:nvSpPr>
        <p:spPr>
          <a:xfrm>
            <a:off x="2240280" y="1417320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= Amazon Bedrock na AWS do BMG — sem transferência internacional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49808" y="2606040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1143000" y="2350008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</a:t>
            </a:r>
            <a:endParaRPr lang="en-US" sz="1100"/>
          </a:p>
        </p:txBody>
      </p:sp>
      <p:sp>
        <p:nvSpPr>
          <p:cNvPr id="10" name="Text 8"/>
          <p:cNvSpPr txBox="1"/>
          <p:nvPr/>
        </p:nvSpPr>
        <p:spPr>
          <a:xfrm>
            <a:off x="2240280" y="2350008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Mascaramento de PII antes do LLM (restaurado só na volta)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49808" y="3538728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1143000" y="3282696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</a:t>
            </a:r>
            <a:endParaRPr lang="en-US" sz="1100"/>
          </a:p>
        </p:txBody>
      </p:sp>
      <p:sp>
        <p:nvSpPr>
          <p:cNvPr id="14" name="Text 12"/>
          <p:cNvSpPr txBox="1"/>
          <p:nvPr/>
        </p:nvSpPr>
        <p:spPr>
          <a:xfrm>
            <a:off x="2240280" y="3282696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Direito ao esquecimento (KB): purga índice + original, fila durável</a:t>
            </a:r>
            <a:endParaRPr lang="en-US" sz="1400"/>
          </a:p>
        </p:txBody>
      </p:sp>
      <p:sp>
        <p:nvSpPr>
          <p:cNvPr id="15" name="Shape 13"/>
          <p:cNvSpPr/>
          <p:nvPr/>
        </p:nvSpPr>
        <p:spPr>
          <a:xfrm>
            <a:off x="548640" y="4215384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49808" y="4471416"/>
            <a:ext cx="256032" cy="256032"/>
          </a:xfrm>
          <a:prstGeom prst="ellipse">
            <a:avLst/>
          </a:prstGeom>
          <a:solidFill>
            <a:srgbClr val="5A6270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1143000" y="4215384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Contratual</a:t>
            </a:r>
            <a:endParaRPr lang="en-US" sz="1100"/>
          </a:p>
        </p:txBody>
      </p:sp>
      <p:sp>
        <p:nvSpPr>
          <p:cNvPr id="18" name="Text 16"/>
          <p:cNvSpPr txBox="1"/>
          <p:nvPr/>
        </p:nvSpPr>
        <p:spPr>
          <a:xfrm>
            <a:off x="2240280" y="4215384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Inventário/classificação e DPA/RIPD — com DPO/Jurídico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548640" y="5148072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749808" y="5404104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1143000" y="5148072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</a:t>
            </a:r>
            <a:endParaRPr lang="en-US" sz="1100"/>
          </a:p>
        </p:txBody>
      </p:sp>
      <p:sp>
        <p:nvSpPr>
          <p:cNvPr id="22" name="Text 20"/>
          <p:cNvSpPr txBox="1"/>
          <p:nvPr/>
        </p:nvSpPr>
        <p:spPr>
          <a:xfrm>
            <a:off x="2240280" y="5148072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Redaction de segredo sempre-on + silo por tenant</a:t>
            </a:r>
            <a:endParaRPr lang="en-US" sz="1400"/>
          </a:p>
        </p:txBody>
      </p:sp>
      <p:sp>
        <p:nvSpPr>
          <p:cNvPr id="23" name="Shape 21"/>
          <p:cNvSpPr/>
          <p:nvPr/>
        </p:nvSpPr>
        <p:spPr>
          <a:xfrm>
            <a:off x="8229600" y="1417320"/>
            <a:ext cx="3429000" cy="4526280"/>
          </a:xfrm>
          <a:prstGeom prst="roundRect">
            <a:avLst>
              <a:gd name="adj" fmla="val 2667"/>
            </a:avLst>
          </a:prstGeom>
          <a:solidFill>
            <a:srgbClr val="23272F"/>
          </a:solidFill>
          <a:ln w="12700">
            <a:solidFill>
              <a:srgbClr val="23272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8503920" y="164592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1783080"/>
            <a:ext cx="457200" cy="45720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937260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pontos reavaliados</a:t>
            </a:r>
            <a:endParaRPr lang="en-US" sz="1400"/>
          </a:p>
        </p:txBody>
      </p:sp>
      <p:sp>
        <p:nvSpPr>
          <p:cNvPr id="27" name="Text 24"/>
          <p:cNvSpPr txBox="1"/>
          <p:nvPr/>
        </p:nvSpPr>
        <p:spPr>
          <a:xfrm>
            <a:off x="8503920" y="26517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7CC4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/>
          </a:p>
        </p:txBody>
      </p:sp>
      <p:sp>
        <p:nvSpPr>
          <p:cNvPr id="28" name="Text 25"/>
          <p:cNvSpPr txBox="1"/>
          <p:nvPr/>
        </p:nvSpPr>
        <p:spPr>
          <a:xfrm>
            <a:off x="9555480" y="2651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Atendidos</a:t>
            </a:r>
            <a:endParaRPr lang="en-US" sz="1400"/>
          </a:p>
        </p:txBody>
      </p:sp>
      <p:sp>
        <p:nvSpPr>
          <p:cNvPr id="29" name="Text 26"/>
          <p:cNvSpPr txBox="1"/>
          <p:nvPr/>
        </p:nvSpPr>
        <p:spPr>
          <a:xfrm>
            <a:off x="8503920" y="34290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/>
          </a:p>
        </p:txBody>
      </p:sp>
      <p:sp>
        <p:nvSpPr>
          <p:cNvPr id="30" name="Text 27"/>
          <p:cNvSpPr txBox="1"/>
          <p:nvPr/>
        </p:nvSpPr>
        <p:spPr>
          <a:xfrm>
            <a:off x="9555480" y="3429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</a:t>
            </a:r>
            <a:endParaRPr lang="en-US" sz="1400"/>
          </a:p>
        </p:txBody>
      </p:sp>
      <p:sp>
        <p:nvSpPr>
          <p:cNvPr id="31" name="Text 28"/>
          <p:cNvSpPr txBox="1"/>
          <p:nvPr/>
        </p:nvSpPr>
        <p:spPr>
          <a:xfrm>
            <a:off x="8503920" y="42062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0A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/>
          </a:p>
        </p:txBody>
      </p:sp>
      <p:sp>
        <p:nvSpPr>
          <p:cNvPr id="32" name="Text 29"/>
          <p:cNvSpPr txBox="1"/>
          <p:nvPr/>
        </p:nvSpPr>
        <p:spPr>
          <a:xfrm>
            <a:off x="9555480" y="4206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400"/>
          </a:p>
        </p:txBody>
      </p:sp>
      <p:sp>
        <p:nvSpPr>
          <p:cNvPr id="33" name="Text 30"/>
          <p:cNvSpPr txBox="1"/>
          <p:nvPr/>
        </p:nvSpPr>
        <p:spPr>
          <a:xfrm>
            <a:off x="8503920" y="49834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/>
          </a:p>
        </p:txBody>
      </p:sp>
      <p:sp>
        <p:nvSpPr>
          <p:cNvPr id="34" name="Text 31"/>
          <p:cNvSpPr txBox="1"/>
          <p:nvPr/>
        </p:nvSpPr>
        <p:spPr>
          <a:xfrm>
            <a:off x="9555480" y="4983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Contratual</a:t>
            </a:r>
            <a:endParaRPr lang="en-US" sz="1400"/>
          </a:p>
        </p:txBody>
      </p:sp>
      <p:sp>
        <p:nvSpPr>
          <p:cNvPr id="36" name="Text 32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 · Cortex · RESTRITA</a:t>
            </a:r>
            <a:endParaRPr lang="en-US" sz="900"/>
          </a:p>
        </p:txBody>
      </p:sp>
      <p:sp>
        <p:nvSpPr>
          <p:cNvPr id="37" name="Text 3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232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Regulatório e terceiros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49808" y="1673352"/>
            <a:ext cx="256032" cy="256032"/>
          </a:xfrm>
          <a:prstGeom prst="ellipse">
            <a:avLst/>
          </a:prstGeom>
          <a:solidFill>
            <a:srgbClr val="5A6270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1143000" y="1417320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Contratual</a:t>
            </a:r>
            <a:endParaRPr lang="en-US" sz="1100"/>
          </a:p>
        </p:txBody>
      </p:sp>
      <p:sp>
        <p:nvSpPr>
          <p:cNvPr id="6" name="Text 4"/>
          <p:cNvSpPr txBox="1"/>
          <p:nvPr/>
        </p:nvSpPr>
        <p:spPr>
          <a:xfrm>
            <a:off x="2240280" y="1417320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Enquadramento CMN 4.893/2021 — com o Compliance do BMG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49808" y="2606040"/>
            <a:ext cx="256032" cy="256032"/>
          </a:xfrm>
          <a:prstGeom prst="ellipse">
            <a:avLst/>
          </a:prstGeom>
          <a:solidFill>
            <a:srgbClr val="5A6270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1143000" y="2350008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Contratual</a:t>
            </a:r>
            <a:endParaRPr lang="en-US" sz="1100"/>
          </a:p>
        </p:txBody>
      </p:sp>
      <p:sp>
        <p:nvSpPr>
          <p:cNvPr id="10" name="Text 8"/>
          <p:cNvSpPr txBox="1"/>
          <p:nvPr/>
        </p:nvSpPr>
        <p:spPr>
          <a:xfrm>
            <a:off x="2240280" y="2350008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diligence de segurança — entregamos as evidências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49808" y="3538728"/>
            <a:ext cx="256032" cy="256032"/>
          </a:xfrm>
          <a:prstGeom prst="ellipse">
            <a:avLst/>
          </a:prstGeom>
          <a:solidFill>
            <a:srgbClr val="5A6270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1143000" y="3282696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Contratual</a:t>
            </a:r>
            <a:endParaRPr lang="en-US" sz="1100"/>
          </a:p>
        </p:txBody>
      </p:sp>
      <p:sp>
        <p:nvSpPr>
          <p:cNvPr id="14" name="Text 12"/>
          <p:cNvSpPr txBox="1"/>
          <p:nvPr/>
        </p:nvSpPr>
        <p:spPr>
          <a:xfrm>
            <a:off x="2240280" y="3282696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Contrato: DPA, suboperadores, auditoria — via EULA/DPA</a:t>
            </a:r>
            <a:endParaRPr lang="en-US" sz="1400"/>
          </a:p>
        </p:txBody>
      </p:sp>
      <p:sp>
        <p:nvSpPr>
          <p:cNvPr id="15" name="Shape 13"/>
          <p:cNvSpPr/>
          <p:nvPr/>
        </p:nvSpPr>
        <p:spPr>
          <a:xfrm>
            <a:off x="548640" y="4215384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49808" y="4471416"/>
            <a:ext cx="256032" cy="256032"/>
          </a:xfrm>
          <a:prstGeom prst="ellipse">
            <a:avLst/>
          </a:prstGeom>
          <a:solidFill>
            <a:srgbClr val="5A6270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1143000" y="4215384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Contratual</a:t>
            </a:r>
            <a:endParaRPr lang="en-US" sz="1100"/>
          </a:p>
        </p:txBody>
      </p:sp>
      <p:sp>
        <p:nvSpPr>
          <p:cNvPr id="18" name="Text 16"/>
          <p:cNvSpPr txBox="1"/>
          <p:nvPr/>
        </p:nvSpPr>
        <p:spPr>
          <a:xfrm>
            <a:off x="2240280" y="4215384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 de uso de IA do BMG — a governança do produto sustenta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8229600" y="1417320"/>
            <a:ext cx="3429000" cy="4526280"/>
          </a:xfrm>
          <a:prstGeom prst="roundRect">
            <a:avLst>
              <a:gd name="adj" fmla="val 2667"/>
            </a:avLst>
          </a:prstGeom>
          <a:solidFill>
            <a:srgbClr val="23272F"/>
          </a:solidFill>
          <a:ln w="12700">
            <a:solidFill>
              <a:srgbClr val="23272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503920" y="164592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1783080"/>
            <a:ext cx="457200" cy="45720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937260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pontos reavaliados</a:t>
            </a:r>
            <a:endParaRPr lang="en-US" sz="1400"/>
          </a:p>
        </p:txBody>
      </p:sp>
      <p:sp>
        <p:nvSpPr>
          <p:cNvPr id="23" name="Text 20"/>
          <p:cNvSpPr txBox="1"/>
          <p:nvPr/>
        </p:nvSpPr>
        <p:spPr>
          <a:xfrm>
            <a:off x="8503920" y="26517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7CC4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/>
          </a:p>
        </p:txBody>
      </p:sp>
      <p:sp>
        <p:nvSpPr>
          <p:cNvPr id="24" name="Text 21"/>
          <p:cNvSpPr txBox="1"/>
          <p:nvPr/>
        </p:nvSpPr>
        <p:spPr>
          <a:xfrm>
            <a:off x="9555480" y="2651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Atendidos</a:t>
            </a:r>
            <a:endParaRPr lang="en-US" sz="1400"/>
          </a:p>
        </p:txBody>
      </p:sp>
      <p:sp>
        <p:nvSpPr>
          <p:cNvPr id="25" name="Text 22"/>
          <p:cNvSpPr txBox="1"/>
          <p:nvPr/>
        </p:nvSpPr>
        <p:spPr>
          <a:xfrm>
            <a:off x="8503920" y="34290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/>
          </a:p>
        </p:txBody>
      </p:sp>
      <p:sp>
        <p:nvSpPr>
          <p:cNvPr id="26" name="Text 23"/>
          <p:cNvSpPr txBox="1"/>
          <p:nvPr/>
        </p:nvSpPr>
        <p:spPr>
          <a:xfrm>
            <a:off x="9555480" y="3429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</a:t>
            </a:r>
            <a:endParaRPr lang="en-US" sz="1400"/>
          </a:p>
        </p:txBody>
      </p:sp>
      <p:sp>
        <p:nvSpPr>
          <p:cNvPr id="27" name="Text 24"/>
          <p:cNvSpPr txBox="1"/>
          <p:nvPr/>
        </p:nvSpPr>
        <p:spPr>
          <a:xfrm>
            <a:off x="8503920" y="42062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0A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/>
          </a:p>
        </p:txBody>
      </p:sp>
      <p:sp>
        <p:nvSpPr>
          <p:cNvPr id="28" name="Text 25"/>
          <p:cNvSpPr txBox="1"/>
          <p:nvPr/>
        </p:nvSpPr>
        <p:spPr>
          <a:xfrm>
            <a:off x="9555480" y="4206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400"/>
          </a:p>
        </p:txBody>
      </p:sp>
      <p:sp>
        <p:nvSpPr>
          <p:cNvPr id="29" name="Text 26"/>
          <p:cNvSpPr txBox="1"/>
          <p:nvPr/>
        </p:nvSpPr>
        <p:spPr>
          <a:xfrm>
            <a:off x="8503920" y="49834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/>
          </a:p>
        </p:txBody>
      </p:sp>
      <p:sp>
        <p:nvSpPr>
          <p:cNvPr id="30" name="Text 27"/>
          <p:cNvSpPr txBox="1"/>
          <p:nvPr/>
        </p:nvSpPr>
        <p:spPr>
          <a:xfrm>
            <a:off x="9555480" y="4983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Contratual</a:t>
            </a:r>
            <a:endParaRPr lang="en-US" sz="1400"/>
          </a:p>
        </p:txBody>
      </p:sp>
      <p:sp>
        <p:nvSpPr>
          <p:cNvPr id="32" name="Text 28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 · Cortex · RESTRITA</a:t>
            </a:r>
            <a:endParaRPr lang="en-US" sz="900"/>
          </a:p>
        </p:txBody>
      </p:sp>
      <p:sp>
        <p:nvSpPr>
          <p:cNvPr id="33" name="Text 29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232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 de IA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49808" y="1673352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1143000" y="1417320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</a:t>
            </a:r>
            <a:endParaRPr lang="en-US" sz="1100"/>
          </a:p>
        </p:txBody>
      </p:sp>
      <p:sp>
        <p:nvSpPr>
          <p:cNvPr id="6" name="Text 4"/>
          <p:cNvSpPr txBox="1"/>
          <p:nvPr/>
        </p:nvSpPr>
        <p:spPr>
          <a:xfrm>
            <a:off x="2240280" y="1417320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 contido por construção (ação só do catálogo curado)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49808" y="2606040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1143000" y="2350008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</a:t>
            </a:r>
            <a:endParaRPr lang="en-US" sz="1100"/>
          </a:p>
        </p:txBody>
      </p:sp>
      <p:sp>
        <p:nvSpPr>
          <p:cNvPr id="10" name="Text 8"/>
          <p:cNvSpPr txBox="1"/>
          <p:nvPr/>
        </p:nvSpPr>
        <p:spPr>
          <a:xfrm>
            <a:off x="2240280" y="2350008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Allow-list + aprovação humana + autonomia graduada fail-safe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49808" y="3538728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1143000" y="3282696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</a:t>
            </a:r>
            <a:endParaRPr lang="en-US" sz="1100"/>
          </a:p>
        </p:txBody>
      </p:sp>
      <p:sp>
        <p:nvSpPr>
          <p:cNvPr id="14" name="Text 12"/>
          <p:cNvSpPr txBox="1"/>
          <p:nvPr/>
        </p:nvSpPr>
        <p:spPr>
          <a:xfrm>
            <a:off x="2240280" y="3282696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vazamento pela KB: silo por deploy + base-scoped + RBAC</a:t>
            </a:r>
            <a:endParaRPr lang="en-US" sz="1400"/>
          </a:p>
        </p:txBody>
      </p:sp>
      <p:sp>
        <p:nvSpPr>
          <p:cNvPr id="15" name="Shape 13"/>
          <p:cNvSpPr/>
          <p:nvPr/>
        </p:nvSpPr>
        <p:spPr>
          <a:xfrm>
            <a:off x="548640" y="4215384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49808" y="4471416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1143000" y="4215384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</a:t>
            </a:r>
            <a:endParaRPr lang="en-US" sz="1100"/>
          </a:p>
        </p:txBody>
      </p:sp>
      <p:sp>
        <p:nvSpPr>
          <p:cNvPr id="18" name="Text 16"/>
          <p:cNvSpPr txBox="1"/>
          <p:nvPr/>
        </p:nvSpPr>
        <p:spPr>
          <a:xfrm>
            <a:off x="2240280" y="4215384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Auditoria das decisões por trace_id — núcleo AAG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548640" y="5148072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749808" y="5404104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1143000" y="5148072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</a:t>
            </a:r>
            <a:endParaRPr lang="en-US" sz="1100"/>
          </a:p>
        </p:txBody>
      </p:sp>
      <p:sp>
        <p:nvSpPr>
          <p:cNvPr id="22" name="Text 20"/>
          <p:cNvSpPr txBox="1"/>
          <p:nvPr/>
        </p:nvSpPr>
        <p:spPr>
          <a:xfrm>
            <a:off x="2240280" y="5148072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governado: custo por recurso + eval contínuo + multi-provider</a:t>
            </a:r>
            <a:endParaRPr lang="en-US" sz="1400"/>
          </a:p>
        </p:txBody>
      </p:sp>
      <p:sp>
        <p:nvSpPr>
          <p:cNvPr id="23" name="Shape 21"/>
          <p:cNvSpPr/>
          <p:nvPr/>
        </p:nvSpPr>
        <p:spPr>
          <a:xfrm>
            <a:off x="8229600" y="1417320"/>
            <a:ext cx="3429000" cy="4526280"/>
          </a:xfrm>
          <a:prstGeom prst="roundRect">
            <a:avLst>
              <a:gd name="adj" fmla="val 2667"/>
            </a:avLst>
          </a:prstGeom>
          <a:solidFill>
            <a:srgbClr val="23272F"/>
          </a:solidFill>
          <a:ln w="12700">
            <a:solidFill>
              <a:srgbClr val="23272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8503920" y="164592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1783080"/>
            <a:ext cx="457200" cy="45720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937260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pontos reavaliados</a:t>
            </a:r>
            <a:endParaRPr lang="en-US" sz="1400"/>
          </a:p>
        </p:txBody>
      </p:sp>
      <p:sp>
        <p:nvSpPr>
          <p:cNvPr id="27" name="Text 24"/>
          <p:cNvSpPr txBox="1"/>
          <p:nvPr/>
        </p:nvSpPr>
        <p:spPr>
          <a:xfrm>
            <a:off x="8503920" y="26517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7CC4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/>
          </a:p>
        </p:txBody>
      </p:sp>
      <p:sp>
        <p:nvSpPr>
          <p:cNvPr id="28" name="Text 25"/>
          <p:cNvSpPr txBox="1"/>
          <p:nvPr/>
        </p:nvSpPr>
        <p:spPr>
          <a:xfrm>
            <a:off x="9555480" y="2651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Atendidos</a:t>
            </a:r>
            <a:endParaRPr lang="en-US" sz="1400"/>
          </a:p>
        </p:txBody>
      </p:sp>
      <p:sp>
        <p:nvSpPr>
          <p:cNvPr id="29" name="Text 26"/>
          <p:cNvSpPr txBox="1"/>
          <p:nvPr/>
        </p:nvSpPr>
        <p:spPr>
          <a:xfrm>
            <a:off x="8503920" y="34290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/>
          </a:p>
        </p:txBody>
      </p:sp>
      <p:sp>
        <p:nvSpPr>
          <p:cNvPr id="30" name="Text 27"/>
          <p:cNvSpPr txBox="1"/>
          <p:nvPr/>
        </p:nvSpPr>
        <p:spPr>
          <a:xfrm>
            <a:off x="9555480" y="3429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</a:t>
            </a:r>
            <a:endParaRPr lang="en-US" sz="1400"/>
          </a:p>
        </p:txBody>
      </p:sp>
      <p:sp>
        <p:nvSpPr>
          <p:cNvPr id="31" name="Text 28"/>
          <p:cNvSpPr txBox="1"/>
          <p:nvPr/>
        </p:nvSpPr>
        <p:spPr>
          <a:xfrm>
            <a:off x="8503920" y="42062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0A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/>
          </a:p>
        </p:txBody>
      </p:sp>
      <p:sp>
        <p:nvSpPr>
          <p:cNvPr id="32" name="Text 29"/>
          <p:cNvSpPr txBox="1"/>
          <p:nvPr/>
        </p:nvSpPr>
        <p:spPr>
          <a:xfrm>
            <a:off x="9555480" y="4206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400"/>
          </a:p>
        </p:txBody>
      </p:sp>
      <p:sp>
        <p:nvSpPr>
          <p:cNvPr id="33" name="Text 30"/>
          <p:cNvSpPr txBox="1"/>
          <p:nvPr/>
        </p:nvSpPr>
        <p:spPr>
          <a:xfrm>
            <a:off x="8503920" y="49834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/>
          </a:p>
        </p:txBody>
      </p:sp>
      <p:sp>
        <p:nvSpPr>
          <p:cNvPr id="34" name="Text 31"/>
          <p:cNvSpPr txBox="1"/>
          <p:nvPr/>
        </p:nvSpPr>
        <p:spPr>
          <a:xfrm>
            <a:off x="9555480" y="4983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Contratual</a:t>
            </a:r>
            <a:endParaRPr lang="en-US" sz="1400"/>
          </a:p>
        </p:txBody>
      </p:sp>
      <p:sp>
        <p:nvSpPr>
          <p:cNvPr id="36" name="Text 32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 · Cortex · RESTRITA</a:t>
            </a:r>
            <a:endParaRPr lang="en-US" sz="900"/>
          </a:p>
        </p:txBody>
      </p:sp>
      <p:sp>
        <p:nvSpPr>
          <p:cNvPr id="37" name="Text 3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232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 de aplicação e supply chain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49808" y="1673352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1143000" y="1417320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</a:t>
            </a:r>
            <a:endParaRPr lang="en-US" sz="1100"/>
          </a:p>
        </p:txBody>
      </p:sp>
      <p:sp>
        <p:nvSpPr>
          <p:cNvPr id="6" name="Text 4"/>
          <p:cNvSpPr txBox="1"/>
          <p:nvPr/>
        </p:nvSpPr>
        <p:spPr>
          <a:xfrm>
            <a:off x="2240280" y="1417320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/>
                <a:ea typeface="Arial" pitchFamily="34" charset="-122"/>
                <a:cs typeface="Arial"/>
              </a:rPr>
              <a:t>SAST/SCA/secret-scan no CI </a:t>
            </a:r>
            <a:endParaRPr lang="en-US" sz="1400">
              <a:solidFill>
                <a:srgbClr val="2B2F36"/>
              </a:solidFill>
              <a:latin typeface="Arial"/>
              <a:cs typeface="Arial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2445078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49808" y="2701110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1143000" y="2445078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</a:t>
            </a:r>
            <a:endParaRPr lang="en-US" sz="1100"/>
          </a:p>
        </p:txBody>
      </p:sp>
      <p:sp>
        <p:nvSpPr>
          <p:cNvPr id="14" name="Text 12"/>
          <p:cNvSpPr txBox="1"/>
          <p:nvPr/>
        </p:nvSpPr>
        <p:spPr>
          <a:xfrm>
            <a:off x="2240280" y="2445078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Security restricted em todos os pods + NetworkPolicy deny-all</a:t>
            </a:r>
            <a:endParaRPr lang="en-US" sz="1400"/>
          </a:p>
        </p:txBody>
      </p:sp>
      <p:sp>
        <p:nvSpPr>
          <p:cNvPr id="15" name="Shape 13"/>
          <p:cNvSpPr/>
          <p:nvPr/>
        </p:nvSpPr>
        <p:spPr>
          <a:xfrm>
            <a:off x="548640" y="3377766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49808" y="3633798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C983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1143000" y="3377766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</a:t>
            </a:r>
            <a:endParaRPr lang="en-US" sz="1100"/>
          </a:p>
        </p:txBody>
      </p:sp>
      <p:sp>
        <p:nvSpPr>
          <p:cNvPr id="18" name="Text 16"/>
          <p:cNvSpPr txBox="1"/>
          <p:nvPr/>
        </p:nvSpPr>
        <p:spPr>
          <a:xfrm>
            <a:off x="2240280" y="3377766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Ingestão com token (comparação constante); chart recusa sem token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8229600" y="1417320"/>
            <a:ext cx="3429000" cy="4526280"/>
          </a:xfrm>
          <a:prstGeom prst="roundRect">
            <a:avLst>
              <a:gd name="adj" fmla="val 2667"/>
            </a:avLst>
          </a:prstGeom>
          <a:solidFill>
            <a:srgbClr val="23272F"/>
          </a:solidFill>
          <a:ln w="12700">
            <a:solidFill>
              <a:srgbClr val="23272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503920" y="164592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1783080"/>
            <a:ext cx="457200" cy="45720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937260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pontos reavaliados</a:t>
            </a:r>
            <a:endParaRPr lang="en-US" sz="1400"/>
          </a:p>
        </p:txBody>
      </p:sp>
      <p:sp>
        <p:nvSpPr>
          <p:cNvPr id="23" name="Text 20"/>
          <p:cNvSpPr txBox="1"/>
          <p:nvPr/>
        </p:nvSpPr>
        <p:spPr>
          <a:xfrm>
            <a:off x="8503920" y="26517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7CC4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/>
          </a:p>
        </p:txBody>
      </p:sp>
      <p:sp>
        <p:nvSpPr>
          <p:cNvPr id="24" name="Text 21"/>
          <p:cNvSpPr txBox="1"/>
          <p:nvPr/>
        </p:nvSpPr>
        <p:spPr>
          <a:xfrm>
            <a:off x="9555480" y="2651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Atendidos</a:t>
            </a:r>
            <a:endParaRPr lang="en-US" sz="1400"/>
          </a:p>
        </p:txBody>
      </p:sp>
      <p:sp>
        <p:nvSpPr>
          <p:cNvPr id="25" name="Text 22"/>
          <p:cNvSpPr txBox="1"/>
          <p:nvPr/>
        </p:nvSpPr>
        <p:spPr>
          <a:xfrm>
            <a:off x="8503920" y="34290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/>
          </a:p>
        </p:txBody>
      </p:sp>
      <p:sp>
        <p:nvSpPr>
          <p:cNvPr id="26" name="Text 23"/>
          <p:cNvSpPr txBox="1"/>
          <p:nvPr/>
        </p:nvSpPr>
        <p:spPr>
          <a:xfrm>
            <a:off x="9555480" y="3429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</a:t>
            </a:r>
            <a:endParaRPr lang="en-US" sz="1400"/>
          </a:p>
        </p:txBody>
      </p:sp>
      <p:sp>
        <p:nvSpPr>
          <p:cNvPr id="27" name="Text 24"/>
          <p:cNvSpPr txBox="1"/>
          <p:nvPr/>
        </p:nvSpPr>
        <p:spPr>
          <a:xfrm>
            <a:off x="8503920" y="42062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0A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/>
          </a:p>
        </p:txBody>
      </p:sp>
      <p:sp>
        <p:nvSpPr>
          <p:cNvPr id="28" name="Text 25"/>
          <p:cNvSpPr txBox="1"/>
          <p:nvPr/>
        </p:nvSpPr>
        <p:spPr>
          <a:xfrm>
            <a:off x="9555480" y="4206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400"/>
          </a:p>
        </p:txBody>
      </p:sp>
      <p:sp>
        <p:nvSpPr>
          <p:cNvPr id="29" name="Text 26"/>
          <p:cNvSpPr txBox="1"/>
          <p:nvPr/>
        </p:nvSpPr>
        <p:spPr>
          <a:xfrm>
            <a:off x="8503920" y="49834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/>
          </a:p>
        </p:txBody>
      </p:sp>
      <p:sp>
        <p:nvSpPr>
          <p:cNvPr id="30" name="Text 27"/>
          <p:cNvSpPr txBox="1"/>
          <p:nvPr/>
        </p:nvSpPr>
        <p:spPr>
          <a:xfrm>
            <a:off x="9555480" y="4983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Contratual</a:t>
            </a:r>
            <a:endParaRPr lang="en-US" sz="1400"/>
          </a:p>
        </p:txBody>
      </p:sp>
      <p:sp>
        <p:nvSpPr>
          <p:cNvPr id="32" name="Text 28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 · Cortex · RESTRITA</a:t>
            </a:r>
            <a:endParaRPr lang="en-US" sz="900"/>
          </a:p>
        </p:txBody>
      </p:sp>
      <p:sp>
        <p:nvSpPr>
          <p:cNvPr id="33" name="Text 29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232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Observabilidade e auditoria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49808" y="1673352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C983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1143000" y="1417320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</a:t>
            </a:r>
            <a:endParaRPr lang="en-US" sz="1100"/>
          </a:p>
        </p:txBody>
      </p:sp>
      <p:sp>
        <p:nvSpPr>
          <p:cNvPr id="6" name="Text 4"/>
          <p:cNvSpPr txBox="1"/>
          <p:nvPr/>
        </p:nvSpPr>
        <p:spPr>
          <a:xfrm>
            <a:off x="2240280" y="1417320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do Cortex: /metrics + OTel + audit_log + 20 métricas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49808" y="2606040"/>
            <a:ext cx="256032" cy="25603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1143000" y="2350008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BMG</a:t>
            </a:r>
            <a:endParaRPr lang="en-US" sz="1100"/>
          </a:p>
        </p:txBody>
      </p:sp>
      <p:sp>
        <p:nvSpPr>
          <p:cNvPr id="10" name="Text 8"/>
          <p:cNvSpPr txBox="1"/>
          <p:nvPr/>
        </p:nvSpPr>
        <p:spPr>
          <a:xfrm>
            <a:off x="2240280" y="2350008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 no SIEM — ingestão da plataforma do BMG (log JSON pronto)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49808" y="3538728"/>
            <a:ext cx="256032" cy="25603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1143000" y="3282696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BMG</a:t>
            </a:r>
            <a:endParaRPr lang="en-US" sz="1100"/>
          </a:p>
        </p:txBody>
      </p:sp>
      <p:sp>
        <p:nvSpPr>
          <p:cNvPr id="14" name="Text 12"/>
          <p:cNvSpPr txBox="1"/>
          <p:nvPr/>
        </p:nvSpPr>
        <p:spPr>
          <a:xfrm>
            <a:off x="2240280" y="3282696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GuardDuty / Security Hub / CloudTrail — conta do BMG</a:t>
            </a:r>
            <a:endParaRPr lang="en-US" sz="1400"/>
          </a:p>
        </p:txBody>
      </p:sp>
      <p:sp>
        <p:nvSpPr>
          <p:cNvPr id="15" name="Shape 13"/>
          <p:cNvSpPr/>
          <p:nvPr/>
        </p:nvSpPr>
        <p:spPr>
          <a:xfrm>
            <a:off x="548640" y="4215384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49808" y="4471416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1143000" y="4215384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</a:t>
            </a:r>
            <a:endParaRPr lang="en-US" sz="1100"/>
          </a:p>
        </p:txBody>
      </p:sp>
      <p:sp>
        <p:nvSpPr>
          <p:cNvPr id="18" name="Text 16"/>
          <p:cNvSpPr txBox="1"/>
          <p:nvPr/>
        </p:nvSpPr>
        <p:spPr>
          <a:xfrm>
            <a:off x="2240280" y="4215384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Auditoria append-only por trace_id (4 sinais correlacionados)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8229600" y="1417320"/>
            <a:ext cx="3429000" cy="4526280"/>
          </a:xfrm>
          <a:prstGeom prst="roundRect">
            <a:avLst>
              <a:gd name="adj" fmla="val 2667"/>
            </a:avLst>
          </a:prstGeom>
          <a:solidFill>
            <a:srgbClr val="23272F"/>
          </a:solidFill>
          <a:ln w="12700">
            <a:solidFill>
              <a:srgbClr val="23272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503920" y="164592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1783080"/>
            <a:ext cx="457200" cy="45720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937260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pontos reavaliados</a:t>
            </a:r>
            <a:endParaRPr lang="en-US" sz="1400"/>
          </a:p>
        </p:txBody>
      </p:sp>
      <p:sp>
        <p:nvSpPr>
          <p:cNvPr id="23" name="Text 20"/>
          <p:cNvSpPr txBox="1"/>
          <p:nvPr/>
        </p:nvSpPr>
        <p:spPr>
          <a:xfrm>
            <a:off x="8503920" y="26517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7CC4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/>
          </a:p>
        </p:txBody>
      </p:sp>
      <p:sp>
        <p:nvSpPr>
          <p:cNvPr id="24" name="Text 21"/>
          <p:cNvSpPr txBox="1"/>
          <p:nvPr/>
        </p:nvSpPr>
        <p:spPr>
          <a:xfrm>
            <a:off x="9555480" y="2651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Atendidos</a:t>
            </a:r>
            <a:endParaRPr lang="en-US" sz="1400"/>
          </a:p>
        </p:txBody>
      </p:sp>
      <p:sp>
        <p:nvSpPr>
          <p:cNvPr id="25" name="Text 22"/>
          <p:cNvSpPr txBox="1"/>
          <p:nvPr/>
        </p:nvSpPr>
        <p:spPr>
          <a:xfrm>
            <a:off x="8503920" y="34290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/>
          </a:p>
        </p:txBody>
      </p:sp>
      <p:sp>
        <p:nvSpPr>
          <p:cNvPr id="26" name="Text 23"/>
          <p:cNvSpPr txBox="1"/>
          <p:nvPr/>
        </p:nvSpPr>
        <p:spPr>
          <a:xfrm>
            <a:off x="9555480" y="3429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</a:t>
            </a:r>
            <a:endParaRPr lang="en-US" sz="1400"/>
          </a:p>
        </p:txBody>
      </p:sp>
      <p:sp>
        <p:nvSpPr>
          <p:cNvPr id="27" name="Text 24"/>
          <p:cNvSpPr txBox="1"/>
          <p:nvPr/>
        </p:nvSpPr>
        <p:spPr>
          <a:xfrm>
            <a:off x="8503920" y="42062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0A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/>
          </a:p>
        </p:txBody>
      </p:sp>
      <p:sp>
        <p:nvSpPr>
          <p:cNvPr id="28" name="Text 25"/>
          <p:cNvSpPr txBox="1"/>
          <p:nvPr/>
        </p:nvSpPr>
        <p:spPr>
          <a:xfrm>
            <a:off x="9555480" y="4206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400"/>
          </a:p>
        </p:txBody>
      </p:sp>
      <p:sp>
        <p:nvSpPr>
          <p:cNvPr id="29" name="Text 26"/>
          <p:cNvSpPr txBox="1"/>
          <p:nvPr/>
        </p:nvSpPr>
        <p:spPr>
          <a:xfrm>
            <a:off x="8503920" y="49834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/>
          </a:p>
        </p:txBody>
      </p:sp>
      <p:sp>
        <p:nvSpPr>
          <p:cNvPr id="30" name="Text 27"/>
          <p:cNvSpPr txBox="1"/>
          <p:nvPr/>
        </p:nvSpPr>
        <p:spPr>
          <a:xfrm>
            <a:off x="9555480" y="4983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Contratual</a:t>
            </a:r>
            <a:endParaRPr lang="en-US" sz="1400"/>
          </a:p>
        </p:txBody>
      </p:sp>
      <p:sp>
        <p:nvSpPr>
          <p:cNvPr id="32" name="Text 28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 · Cortex · RESTRITA</a:t>
            </a:r>
            <a:endParaRPr lang="en-US" sz="900"/>
          </a:p>
        </p:txBody>
      </p:sp>
      <p:sp>
        <p:nvSpPr>
          <p:cNvPr id="33" name="Text 29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232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Resiliência e continuidade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49808" y="1673352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1143000" y="1417320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</a:t>
            </a:r>
            <a:endParaRPr lang="en-US" sz="1100"/>
          </a:p>
        </p:txBody>
      </p:sp>
      <p:sp>
        <p:nvSpPr>
          <p:cNvPr id="6" name="Text 4"/>
          <p:cNvSpPr txBox="1"/>
          <p:nvPr/>
        </p:nvSpPr>
        <p:spPr>
          <a:xfrm>
            <a:off x="2240280" y="1417320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Multi-AZ + backup 14 dias (RDS)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49808" y="2606040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1143000" y="2350008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</a:t>
            </a:r>
            <a:endParaRPr lang="en-US" sz="1100"/>
          </a:p>
        </p:txBody>
      </p:sp>
      <p:sp>
        <p:nvSpPr>
          <p:cNvPr id="10" name="Text 8"/>
          <p:cNvSpPr txBox="1"/>
          <p:nvPr/>
        </p:nvSpPr>
        <p:spPr>
          <a:xfrm>
            <a:off x="2240280" y="2350008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degradado: circuit breaker por provedor LLM + fallback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49808" y="3538728"/>
            <a:ext cx="256032" cy="25603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1143000" y="3282696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BMG</a:t>
            </a:r>
            <a:endParaRPr lang="en-US" sz="1100"/>
          </a:p>
        </p:txBody>
      </p:sp>
      <p:sp>
        <p:nvSpPr>
          <p:cNvPr id="14" name="Text 12"/>
          <p:cNvSpPr txBox="1"/>
          <p:nvPr/>
        </p:nvSpPr>
        <p:spPr>
          <a:xfrm>
            <a:off x="2240280" y="3282696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regional / RTO / RPO — padrão do BMG (estado 100% no banco deles)</a:t>
            </a:r>
            <a:endParaRPr lang="en-US" sz="1400"/>
          </a:p>
        </p:txBody>
      </p:sp>
      <p:sp>
        <p:nvSpPr>
          <p:cNvPr id="15" name="Shape 13"/>
          <p:cNvSpPr/>
          <p:nvPr/>
        </p:nvSpPr>
        <p:spPr>
          <a:xfrm>
            <a:off x="548640" y="4215384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49808" y="4471416"/>
            <a:ext cx="256032" cy="25603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1143000" y="4215384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BMG</a:t>
            </a:r>
            <a:endParaRPr lang="en-US" sz="1100"/>
          </a:p>
        </p:txBody>
      </p:sp>
      <p:sp>
        <p:nvSpPr>
          <p:cNvPr id="18" name="Text 16"/>
          <p:cNvSpPr txBox="1"/>
          <p:nvPr/>
        </p:nvSpPr>
        <p:spPr>
          <a:xfrm>
            <a:off x="2240280" y="4215384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de restauração — exercício do ambiente; runbook de custódia escrito</a:t>
            </a:r>
            <a:endParaRPr lang="en-US" sz="1400"/>
          </a:p>
        </p:txBody>
      </p:sp>
      <p:sp>
        <p:nvSpPr>
          <p:cNvPr id="23" name="Shape 21"/>
          <p:cNvSpPr/>
          <p:nvPr/>
        </p:nvSpPr>
        <p:spPr>
          <a:xfrm>
            <a:off x="8229600" y="1417320"/>
            <a:ext cx="3429000" cy="4526280"/>
          </a:xfrm>
          <a:prstGeom prst="roundRect">
            <a:avLst>
              <a:gd name="adj" fmla="val 2667"/>
            </a:avLst>
          </a:prstGeom>
          <a:solidFill>
            <a:srgbClr val="23272F"/>
          </a:solidFill>
          <a:ln w="12700">
            <a:solidFill>
              <a:srgbClr val="23272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8503920" y="164592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1783080"/>
            <a:ext cx="457200" cy="45720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937260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pontos reavaliados</a:t>
            </a:r>
            <a:endParaRPr lang="en-US" sz="1400"/>
          </a:p>
        </p:txBody>
      </p:sp>
      <p:sp>
        <p:nvSpPr>
          <p:cNvPr id="27" name="Text 24"/>
          <p:cNvSpPr txBox="1"/>
          <p:nvPr/>
        </p:nvSpPr>
        <p:spPr>
          <a:xfrm>
            <a:off x="8503920" y="26517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7CC4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/>
          </a:p>
        </p:txBody>
      </p:sp>
      <p:sp>
        <p:nvSpPr>
          <p:cNvPr id="28" name="Text 25"/>
          <p:cNvSpPr txBox="1"/>
          <p:nvPr/>
        </p:nvSpPr>
        <p:spPr>
          <a:xfrm>
            <a:off x="9555480" y="2651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Atendidos</a:t>
            </a:r>
            <a:endParaRPr lang="en-US" sz="1400"/>
          </a:p>
        </p:txBody>
      </p:sp>
      <p:sp>
        <p:nvSpPr>
          <p:cNvPr id="29" name="Text 26"/>
          <p:cNvSpPr txBox="1"/>
          <p:nvPr/>
        </p:nvSpPr>
        <p:spPr>
          <a:xfrm>
            <a:off x="8503920" y="34290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/>
          </a:p>
        </p:txBody>
      </p:sp>
      <p:sp>
        <p:nvSpPr>
          <p:cNvPr id="30" name="Text 27"/>
          <p:cNvSpPr txBox="1"/>
          <p:nvPr/>
        </p:nvSpPr>
        <p:spPr>
          <a:xfrm>
            <a:off x="9555480" y="3429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</a:t>
            </a:r>
            <a:endParaRPr lang="en-US" sz="1400"/>
          </a:p>
        </p:txBody>
      </p:sp>
      <p:sp>
        <p:nvSpPr>
          <p:cNvPr id="31" name="Text 28"/>
          <p:cNvSpPr txBox="1"/>
          <p:nvPr/>
        </p:nvSpPr>
        <p:spPr>
          <a:xfrm>
            <a:off x="8503920" y="42062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0A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/>
          </a:p>
        </p:txBody>
      </p:sp>
      <p:sp>
        <p:nvSpPr>
          <p:cNvPr id="32" name="Text 29"/>
          <p:cNvSpPr txBox="1"/>
          <p:nvPr/>
        </p:nvSpPr>
        <p:spPr>
          <a:xfrm>
            <a:off x="9555480" y="4206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400"/>
          </a:p>
        </p:txBody>
      </p:sp>
      <p:sp>
        <p:nvSpPr>
          <p:cNvPr id="33" name="Text 30"/>
          <p:cNvSpPr txBox="1"/>
          <p:nvPr/>
        </p:nvSpPr>
        <p:spPr>
          <a:xfrm>
            <a:off x="8503920" y="49834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/>
          </a:p>
        </p:txBody>
      </p:sp>
      <p:sp>
        <p:nvSpPr>
          <p:cNvPr id="34" name="Text 31"/>
          <p:cNvSpPr txBox="1"/>
          <p:nvPr/>
        </p:nvSpPr>
        <p:spPr>
          <a:xfrm>
            <a:off x="9555480" y="4983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Contratual</a:t>
            </a:r>
            <a:endParaRPr lang="en-US" sz="1400"/>
          </a:p>
        </p:txBody>
      </p:sp>
      <p:sp>
        <p:nvSpPr>
          <p:cNvPr id="36" name="Text 32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 · Cortex · RESTRITA</a:t>
            </a:r>
            <a:endParaRPr lang="en-US" sz="900"/>
          </a:p>
        </p:txBody>
      </p:sp>
      <p:sp>
        <p:nvSpPr>
          <p:cNvPr id="37" name="Text 3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232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Operação, integrações e custos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49808" y="1673352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1143000" y="1417320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</a:t>
            </a:r>
            <a:endParaRPr lang="en-US" sz="1100"/>
          </a:p>
        </p:txBody>
      </p:sp>
      <p:sp>
        <p:nvSpPr>
          <p:cNvPr id="6" name="Text 4"/>
          <p:cNvSpPr txBox="1"/>
          <p:nvPr/>
        </p:nvSpPr>
        <p:spPr>
          <a:xfrm>
            <a:off x="2240280" y="1417320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Licença JWT EdDSA offline; grace-then-block; no-fail-open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49808" y="2606040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1143000" y="2350008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</a:t>
            </a:r>
            <a:endParaRPr lang="en-US" sz="1100"/>
          </a:p>
        </p:txBody>
      </p:sp>
      <p:sp>
        <p:nvSpPr>
          <p:cNvPr id="10" name="Text 8"/>
          <p:cNvSpPr txBox="1"/>
          <p:nvPr/>
        </p:nvSpPr>
        <p:spPr>
          <a:xfrm>
            <a:off x="2240280" y="2350008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por recurso/usuário (inclui estimativa Bedrock)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49808" y="3538728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C983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1143000" y="3282696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</a:t>
            </a:r>
            <a:endParaRPr lang="en-US" sz="1100"/>
          </a:p>
        </p:txBody>
      </p:sp>
      <p:sp>
        <p:nvSpPr>
          <p:cNvPr id="14" name="Text 12"/>
          <p:cNvSpPr txBox="1"/>
          <p:nvPr/>
        </p:nvSpPr>
        <p:spPr>
          <a:xfrm>
            <a:off x="2240280" y="3282696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GMUD: agente dedicado; deploy do produto pluga ao GMUD do BMG</a:t>
            </a:r>
            <a:endParaRPr lang="en-US" sz="1400"/>
          </a:p>
        </p:txBody>
      </p:sp>
      <p:sp>
        <p:nvSpPr>
          <p:cNvPr id="15" name="Shape 13"/>
          <p:cNvSpPr/>
          <p:nvPr/>
        </p:nvSpPr>
        <p:spPr>
          <a:xfrm>
            <a:off x="548640" y="4215384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49808" y="4471416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1143000" y="4215384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</a:t>
            </a:r>
            <a:endParaRPr lang="en-US" sz="1100"/>
          </a:p>
        </p:txBody>
      </p:sp>
      <p:sp>
        <p:nvSpPr>
          <p:cNvPr id="18" name="Text 16"/>
          <p:cNvSpPr txBox="1"/>
          <p:nvPr/>
        </p:nvSpPr>
        <p:spPr>
          <a:xfrm>
            <a:off x="2240280" y="4215384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Integrações nomeadas com auth (Dynatrace/FreshService/Bedrock)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548640" y="5148072"/>
            <a:ext cx="7223760" cy="768096"/>
          </a:xfrm>
          <a:prstGeom prst="roundRect">
            <a:avLst>
              <a:gd name="adj" fmla="val 952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749808" y="5404104"/>
            <a:ext cx="256032" cy="256032"/>
          </a:xfrm>
          <a:prstGeom prst="ellipse">
            <a:avLst/>
          </a:prstGeom>
          <a:solidFill>
            <a:srgbClr val="5A6270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1143000" y="5148072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Contratual</a:t>
            </a:r>
            <a:endParaRPr lang="en-US" sz="1100"/>
          </a:p>
        </p:txBody>
      </p:sp>
      <p:sp>
        <p:nvSpPr>
          <p:cNvPr id="22" name="Text 20"/>
          <p:cNvSpPr txBox="1"/>
          <p:nvPr/>
        </p:nvSpPr>
        <p:spPr>
          <a:xfrm>
            <a:off x="2240280" y="5148072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RACI de sustentação e SLA — definição contratual conjunta</a:t>
            </a:r>
            <a:endParaRPr lang="en-US" sz="1400"/>
          </a:p>
        </p:txBody>
      </p:sp>
      <p:sp>
        <p:nvSpPr>
          <p:cNvPr id="23" name="Shape 21"/>
          <p:cNvSpPr/>
          <p:nvPr/>
        </p:nvSpPr>
        <p:spPr>
          <a:xfrm>
            <a:off x="8229600" y="1417320"/>
            <a:ext cx="3429000" cy="4526280"/>
          </a:xfrm>
          <a:prstGeom prst="roundRect">
            <a:avLst>
              <a:gd name="adj" fmla="val 2667"/>
            </a:avLst>
          </a:prstGeom>
          <a:solidFill>
            <a:srgbClr val="23272F"/>
          </a:solidFill>
          <a:ln w="12700">
            <a:solidFill>
              <a:srgbClr val="23272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8503920" y="164592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1783080"/>
            <a:ext cx="457200" cy="45720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937260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pontos reavaliados</a:t>
            </a:r>
            <a:endParaRPr lang="en-US" sz="1400"/>
          </a:p>
        </p:txBody>
      </p:sp>
      <p:sp>
        <p:nvSpPr>
          <p:cNvPr id="27" name="Text 24"/>
          <p:cNvSpPr txBox="1"/>
          <p:nvPr/>
        </p:nvSpPr>
        <p:spPr>
          <a:xfrm>
            <a:off x="8503920" y="26517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7CC4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/>
          </a:p>
        </p:txBody>
      </p:sp>
      <p:sp>
        <p:nvSpPr>
          <p:cNvPr id="28" name="Text 25"/>
          <p:cNvSpPr txBox="1"/>
          <p:nvPr/>
        </p:nvSpPr>
        <p:spPr>
          <a:xfrm>
            <a:off x="9555480" y="2651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Atendidos</a:t>
            </a:r>
            <a:endParaRPr lang="en-US" sz="1400"/>
          </a:p>
        </p:txBody>
      </p:sp>
      <p:sp>
        <p:nvSpPr>
          <p:cNvPr id="29" name="Text 26"/>
          <p:cNvSpPr txBox="1"/>
          <p:nvPr/>
        </p:nvSpPr>
        <p:spPr>
          <a:xfrm>
            <a:off x="8503920" y="34290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/>
          </a:p>
        </p:txBody>
      </p:sp>
      <p:sp>
        <p:nvSpPr>
          <p:cNvPr id="30" name="Text 27"/>
          <p:cNvSpPr txBox="1"/>
          <p:nvPr/>
        </p:nvSpPr>
        <p:spPr>
          <a:xfrm>
            <a:off x="9555480" y="3429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</a:t>
            </a:r>
            <a:endParaRPr lang="en-US" sz="1400"/>
          </a:p>
        </p:txBody>
      </p:sp>
      <p:sp>
        <p:nvSpPr>
          <p:cNvPr id="31" name="Text 28"/>
          <p:cNvSpPr txBox="1"/>
          <p:nvPr/>
        </p:nvSpPr>
        <p:spPr>
          <a:xfrm>
            <a:off x="8503920" y="42062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0A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/>
          </a:p>
        </p:txBody>
      </p:sp>
      <p:sp>
        <p:nvSpPr>
          <p:cNvPr id="32" name="Text 29"/>
          <p:cNvSpPr txBox="1"/>
          <p:nvPr/>
        </p:nvSpPr>
        <p:spPr>
          <a:xfrm>
            <a:off x="9555480" y="4206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400"/>
          </a:p>
        </p:txBody>
      </p:sp>
      <p:sp>
        <p:nvSpPr>
          <p:cNvPr id="33" name="Text 30"/>
          <p:cNvSpPr txBox="1"/>
          <p:nvPr/>
        </p:nvSpPr>
        <p:spPr>
          <a:xfrm>
            <a:off x="8503920" y="49834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/>
          </a:p>
        </p:txBody>
      </p:sp>
      <p:sp>
        <p:nvSpPr>
          <p:cNvPr id="34" name="Text 31"/>
          <p:cNvSpPr txBox="1"/>
          <p:nvPr/>
        </p:nvSpPr>
        <p:spPr>
          <a:xfrm>
            <a:off x="9555480" y="4983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0D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Contratual</a:t>
            </a:r>
            <a:endParaRPr lang="en-US" sz="1400"/>
          </a:p>
        </p:txBody>
      </p:sp>
      <p:sp>
        <p:nvSpPr>
          <p:cNvPr id="36" name="Text 32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 · Cortex · RESTRITA</a:t>
            </a:r>
            <a:endParaRPr lang="en-US" sz="900"/>
          </a:p>
        </p:txBody>
      </p:sp>
      <p:sp>
        <p:nvSpPr>
          <p:cNvPr id="37" name="Text 3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4472C4"/>
                </a:solidFill>
                <a:latin typeface="Arial"/>
              </a:rPr>
              <a:t>VISÃO DE FUTURO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300" b="1">
                <a:solidFill>
                  <a:srgbClr val="23272F"/>
                </a:solidFill>
                <a:latin typeface="Arial"/>
              </a:rPr>
              <a:t>Roadmap — a evolução da parceria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52144"/>
            <a:ext cx="2926080" cy="31750"/>
          </a:xfrm>
          <a:prstGeom prst="rect">
            <a:avLst/>
          </a:prstGeom>
          <a:solidFill>
            <a:srgbClr val="C9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5A6270"/>
                </a:solidFill>
                <a:latin typeface="Arial"/>
              </a:rPr>
              <a:t>ARB · Cortex · RESTRITA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00200"/>
            <a:ext cx="3611880" cy="4160520"/>
          </a:xfrm>
          <a:prstGeom prst="rect">
            <a:avLst/>
          </a:prstGeom>
          <a:solidFill>
            <a:srgbClr val="F2F3F5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600200"/>
            <a:ext cx="3611880" cy="786384"/>
          </a:xfrm>
          <a:prstGeom prst="rect">
            <a:avLst/>
          </a:prstGeom>
          <a:solidFill>
            <a:srgbClr val="D6E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600200"/>
            <a:ext cx="3209544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50" b="1">
                <a:solidFill>
                  <a:srgbClr val="2E7D32"/>
                </a:solidFill>
                <a:latin typeface="Arial"/>
              </a:rPr>
              <a:t>Memória Operacional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532888"/>
            <a:ext cx="32095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2E7D32"/>
                </a:solidFill>
                <a:latin typeface="Arial"/>
              </a:rPr>
              <a:t>CAPACIDADE A ATIVAR · FASE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971800"/>
            <a:ext cx="3209544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23272F"/>
                </a:solidFill>
                <a:latin typeface="Arial"/>
              </a:rPr>
              <a:t>O Cortex aprende com cada incidente resolvido — a solução reaparece sozinha em casos parecidos. Quanto mais opera, mais rápido e preciso fica. Já é capacidade do produto; ativada quando o BMG decidir.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600200"/>
            <a:ext cx="3611880" cy="4160520"/>
          </a:xfrm>
          <a:prstGeom prst="rect">
            <a:avLst/>
          </a:prstGeom>
          <a:solidFill>
            <a:srgbClr val="F2F3F5"/>
          </a:solidFill>
          <a:ln w="158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600200"/>
            <a:ext cx="3611880" cy="786384"/>
          </a:xfrm>
          <a:prstGeom prst="rect">
            <a:avLst/>
          </a:prstGeom>
          <a:solidFill>
            <a:srgbClr val="E6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36008" y="1600200"/>
            <a:ext cx="3209544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50" b="1">
                <a:solidFill>
                  <a:srgbClr val="4472C4"/>
                </a:solidFill>
                <a:latin typeface="Arial"/>
              </a:rPr>
              <a:t>Novas Integrações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532888"/>
            <a:ext cx="32095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4472C4"/>
                </a:solidFill>
                <a:latin typeface="Arial"/>
              </a:rPr>
              <a:t>ECOSSISTEMA CRESCENTE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971800"/>
            <a:ext cx="3209544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23272F"/>
                </a:solidFill>
                <a:latin typeface="Arial"/>
              </a:rPr>
              <a:t>Conexão nativa a mais ferramentas do banco (ex.: Datadog) pelo mesmo padrão de adapter já provado no ITSM. O agente enxerga e age sobre mais do seu stack — sem reescrever o produto.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02752" y="1600200"/>
            <a:ext cx="3611880" cy="4160520"/>
          </a:xfrm>
          <a:prstGeom prst="rect">
            <a:avLst/>
          </a:prstGeom>
          <a:solidFill>
            <a:srgbClr val="F2F3F5"/>
          </a:solidFill>
          <a:ln w="15875">
            <a:solidFill>
              <a:srgbClr val="C98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02752" y="1600200"/>
            <a:ext cx="3611880" cy="786384"/>
          </a:xfrm>
          <a:prstGeom prst="rect">
            <a:avLst/>
          </a:prstGeom>
          <a:solidFill>
            <a:srgbClr val="FBE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0" y="1600200"/>
            <a:ext cx="3209544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50" b="1">
                <a:solidFill>
                  <a:srgbClr val="C98300"/>
                </a:solidFill>
                <a:latin typeface="Arial"/>
              </a:rPr>
              <a:t>Autonomia Graduada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532888"/>
            <a:ext cx="32095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C98300"/>
                </a:solidFill>
                <a:latin typeface="Arial"/>
              </a:rPr>
              <a:t>JORNADA DE CONFIANÇA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971800"/>
            <a:ext cx="3209544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23272F"/>
                </a:solidFill>
                <a:latin typeface="Arial"/>
              </a:rPr>
              <a:t>O banco no controle do ritmo: começa observando e aprovando cada ação; conforme a confiança cresce, libera mais autonomia sob política e auditoria. Da supervisão total à execução governada, no seu tempo.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98932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44546A"/>
                </a:solidFill>
                <a:latin typeface="Arial"/>
              </a:rPr>
              <a:t>Todas são evoluções da relação — nenhuma exige reescrever o produto. O ritmo de ativação é decisão do BMG, sempre sob gate humano e auditoria.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232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Parecer proposto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>
          <a:xfrm>
            <a:off x="7680960" y="457200"/>
            <a:ext cx="3977640" cy="457200"/>
          </a:xfrm>
          <a:prstGeom prst="roundRect">
            <a:avLst>
              <a:gd name="adj" fmla="val 42000"/>
            </a:avLst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7680960" y="4572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Parecer que sustentamos</a:t>
            </a:r>
            <a:endParaRPr lang="en-US" sz="160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resta é pequeno, tratável e sem redesenho: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202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2468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232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Privacidade e IA</a:t>
            </a:r>
            <a:endParaRPr lang="en-US" sz="1700"/>
          </a:p>
        </p:txBody>
      </p:sp>
      <p:sp>
        <p:nvSpPr>
          <p:cNvPr id="9" name="Text 6"/>
          <p:cNvSpPr txBox="1"/>
          <p:nvPr/>
        </p:nvSpPr>
        <p:spPr>
          <a:xfrm>
            <a:off x="822960" y="2880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resolve região/transferência; DPA e enquadramento CMN = contratual com Compliance</a:t>
            </a:r>
            <a:endParaRPr lang="en-US" sz="1300"/>
          </a:p>
        </p:txBody>
      </p:sp>
      <p:sp>
        <p:nvSpPr>
          <p:cNvPr id="10" name="Shape 7"/>
          <p:cNvSpPr/>
          <p:nvPr/>
        </p:nvSpPr>
        <p:spPr>
          <a:xfrm>
            <a:off x="4297680" y="16459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9202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2468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232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Identidade e segredos</a:t>
            </a:r>
            <a:endParaRPr lang="en-US" sz="1700"/>
          </a:p>
        </p:txBody>
      </p:sp>
      <p:sp>
        <p:nvSpPr>
          <p:cNvPr id="13" name="Text 9"/>
          <p:cNvSpPr txBox="1"/>
          <p:nvPr/>
        </p:nvSpPr>
        <p:spPr>
          <a:xfrm>
            <a:off x="4572000" y="2880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SSO/MFA já são código (ativar = config); rotação e segredos atendidos</a:t>
            </a:r>
            <a:endParaRPr lang="en-US" sz="1300"/>
          </a:p>
        </p:txBody>
      </p:sp>
      <p:sp>
        <p:nvSpPr>
          <p:cNvPr id="14" name="Shape 10"/>
          <p:cNvSpPr/>
          <p:nvPr/>
        </p:nvSpPr>
        <p:spPr>
          <a:xfrm>
            <a:off x="8046720" y="16459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192024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2468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232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</a:t>
            </a:r>
            <a:endParaRPr lang="en-US" sz="1700"/>
          </a:p>
        </p:txBody>
      </p:sp>
      <p:sp>
        <p:nvSpPr>
          <p:cNvPr id="17" name="Text 12"/>
          <p:cNvSpPr txBox="1"/>
          <p:nvPr/>
        </p:nvSpPr>
        <p:spPr>
          <a:xfrm>
            <a:off x="8321040" y="2880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Rede/WAF/egress/EKS privado = ambiente BMG</a:t>
            </a:r>
            <a:endParaRPr lang="en-US" sz="1300"/>
          </a:p>
        </p:txBody>
      </p:sp>
      <p:sp>
        <p:nvSpPr>
          <p:cNvPr id="18" name="Shape 13"/>
          <p:cNvSpPr/>
          <p:nvPr/>
        </p:nvSpPr>
        <p:spPr>
          <a:xfrm>
            <a:off x="548640" y="39776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25196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22960" y="4800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232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 e operação</a:t>
            </a:r>
            <a:endParaRPr lang="en-US" sz="1700"/>
          </a:p>
        </p:txBody>
      </p:sp>
      <p:sp>
        <p:nvSpPr>
          <p:cNvPr id="21" name="Text 15"/>
          <p:cNvSpPr txBox="1"/>
          <p:nvPr/>
        </p:nvSpPr>
        <p:spPr>
          <a:xfrm>
            <a:off x="822960" y="5212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2B2F36"/>
                </a:solidFill>
                <a:latin typeface="Arial"/>
                <a:ea typeface="Arial" pitchFamily="34" charset="-122"/>
                <a:cs typeface="Arial"/>
              </a:rPr>
              <a:t>Hardening </a:t>
            </a:r>
            <a:r>
              <a:rPr lang="en-US" sz="1300" err="1">
                <a:solidFill>
                  <a:srgbClr val="2B2F36"/>
                </a:solidFill>
                <a:latin typeface="Arial"/>
                <a:ea typeface="Arial" pitchFamily="34" charset="-122"/>
                <a:cs typeface="Arial"/>
              </a:rPr>
              <a:t>pré-pentest</a:t>
            </a:r>
            <a:r>
              <a:rPr lang="en-US" sz="1300">
                <a:solidFill>
                  <a:srgbClr val="2B2F36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300" err="1">
                <a:solidFill>
                  <a:srgbClr val="2B2F36"/>
                </a:solidFill>
                <a:latin typeface="Arial"/>
                <a:ea typeface="Arial" pitchFamily="34" charset="-122"/>
                <a:cs typeface="Arial"/>
              </a:rPr>
              <a:t>feito</a:t>
            </a:r>
            <a:r>
              <a:rPr lang="en-US" sz="1300">
                <a:solidFill>
                  <a:srgbClr val="2B2F36"/>
                </a:solidFill>
                <a:latin typeface="Arial"/>
                <a:ea typeface="Arial" pitchFamily="34" charset="-122"/>
                <a:cs typeface="Arial"/>
              </a:rPr>
              <a:t>; </a:t>
            </a:r>
            <a:r>
              <a:rPr lang="en-US" sz="1300" err="1">
                <a:solidFill>
                  <a:srgbClr val="2B2F36"/>
                </a:solidFill>
                <a:latin typeface="Arial"/>
                <a:ea typeface="Arial" pitchFamily="34" charset="-122"/>
                <a:cs typeface="Arial"/>
              </a:rPr>
              <a:t>pentest</a:t>
            </a:r>
            <a:r>
              <a:rPr lang="en-US" sz="1300">
                <a:solidFill>
                  <a:srgbClr val="2B2F36"/>
                </a:solidFill>
                <a:latin typeface="Arial"/>
                <a:ea typeface="Arial" pitchFamily="34" charset="-122"/>
                <a:cs typeface="Arial"/>
              </a:rPr>
              <a:t>/SIEM/DR = </a:t>
            </a:r>
            <a:r>
              <a:rPr lang="en-US" sz="1300" err="1">
                <a:solidFill>
                  <a:srgbClr val="2B2F36"/>
                </a:solidFill>
                <a:latin typeface="Arial"/>
                <a:ea typeface="Arial" pitchFamily="34" charset="-122"/>
                <a:cs typeface="Arial"/>
              </a:rPr>
              <a:t>ambiente</a:t>
            </a:r>
            <a:r>
              <a:rPr lang="en-US" sz="1300">
                <a:solidFill>
                  <a:srgbClr val="2B2F36"/>
                </a:solidFill>
                <a:latin typeface="Arial"/>
                <a:ea typeface="Arial" pitchFamily="34" charset="-122"/>
                <a:cs typeface="Arial"/>
              </a:rPr>
              <a:t>;</a:t>
            </a:r>
            <a:endParaRPr lang="en-US" sz="1300">
              <a:solidFill>
                <a:srgbClr val="2B2F36"/>
              </a:solidFill>
              <a:latin typeface="Arial"/>
              <a:cs typeface="Arial"/>
            </a:endParaRPr>
          </a:p>
        </p:txBody>
      </p:sp>
      <p:sp>
        <p:nvSpPr>
          <p:cNvPr id="22" name="Shape 16"/>
          <p:cNvSpPr/>
          <p:nvPr/>
        </p:nvSpPr>
        <p:spPr>
          <a:xfrm>
            <a:off x="4297680" y="39776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4251960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572000" y="4800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232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Documentação</a:t>
            </a:r>
            <a:endParaRPr lang="en-US" sz="1700"/>
          </a:p>
        </p:txBody>
      </p:sp>
      <p:sp>
        <p:nvSpPr>
          <p:cNvPr id="25" name="Text 18"/>
          <p:cNvSpPr txBox="1"/>
          <p:nvPr/>
        </p:nvSpPr>
        <p:spPr>
          <a:xfrm>
            <a:off x="4572000" y="5212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Documentação: C4 + VSM entregues neste material</a:t>
            </a:r>
            <a:endParaRPr lang="en-US" sz="1300"/>
          </a:p>
        </p:txBody>
      </p:sp>
      <p:sp>
        <p:nvSpPr>
          <p:cNvPr id="26" name="Shape 19"/>
          <p:cNvSpPr/>
          <p:nvPr/>
        </p:nvSpPr>
        <p:spPr>
          <a:xfrm>
            <a:off x="8046720" y="39776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23272F"/>
          </a:solidFill>
          <a:ln w="12700">
            <a:solidFill>
              <a:srgbClr val="23272F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8321040" y="425196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Demais itens seguem como débitos técnicos registrados, com responsável e prazo.</a:t>
            </a:r>
            <a:endParaRPr lang="en-US" sz="1500"/>
          </a:p>
        </p:txBody>
      </p:sp>
      <p:sp>
        <p:nvSpPr>
          <p:cNvPr id="28" name="Text 21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 · Cortex · RESTRITA</a:t>
            </a:r>
            <a:endParaRPr lang="en-US" sz="900"/>
          </a:p>
        </p:txBody>
      </p:sp>
      <p:sp>
        <p:nvSpPr>
          <p:cNvPr id="29" name="Text 22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327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>
          <a:xfrm>
            <a:off x="1188720" y="2011680"/>
            <a:ext cx="822960" cy="822960"/>
          </a:xfrm>
          <a:prstGeom prst="ellipse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118872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2103120" y="2423160"/>
            <a:ext cx="1280160" cy="0"/>
          </a:xfrm>
          <a:prstGeom prst="line">
            <a:avLst/>
          </a:prstGeom>
          <a:noFill/>
          <a:ln w="19050">
            <a:solidFill>
              <a:srgbClr val="5A60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640080" y="306324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Reavaliar IA/identidade/segredos/app com o código à vista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3474720" y="2011680"/>
            <a:ext cx="822960" cy="822960"/>
          </a:xfrm>
          <a:prstGeom prst="ellipse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347472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4389120" y="2423160"/>
            <a:ext cx="1280160" cy="0"/>
          </a:xfrm>
          <a:prstGeom prst="line">
            <a:avLst/>
          </a:prstGeom>
          <a:noFill/>
          <a:ln w="19050">
            <a:solidFill>
              <a:srgbClr val="5A60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2926080" y="306324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formalmente Produto × Ambiente (ambiente não é débito do fornecedor)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5760720" y="2011680"/>
            <a:ext cx="822960" cy="822960"/>
          </a:xfrm>
          <a:prstGeom prst="ellipse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576072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6675120" y="2423160"/>
            <a:ext cx="1280160" cy="0"/>
          </a:xfrm>
          <a:prstGeom prst="line">
            <a:avLst/>
          </a:prstGeom>
          <a:noFill/>
          <a:ln w="19050">
            <a:solidFill>
              <a:srgbClr val="5A60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5212080" y="306324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Compartilhar os checklists de segurança/LGPD/SRE — temos as respostas</a:t>
            </a:r>
            <a:endParaRPr lang="en-US" sz="1400"/>
          </a:p>
        </p:txBody>
      </p:sp>
      <p:sp>
        <p:nvSpPr>
          <p:cNvPr id="15" name="Shape 13"/>
          <p:cNvSpPr/>
          <p:nvPr/>
        </p:nvSpPr>
        <p:spPr>
          <a:xfrm>
            <a:off x="8046720" y="2011680"/>
            <a:ext cx="822960" cy="822960"/>
          </a:xfrm>
          <a:prstGeom prst="ellipse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804672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/>
          </a:p>
        </p:txBody>
      </p:sp>
      <p:sp>
        <p:nvSpPr>
          <p:cNvPr id="18" name="Text 16"/>
          <p:cNvSpPr txBox="1"/>
          <p:nvPr/>
        </p:nvSpPr>
        <p:spPr>
          <a:xfrm>
            <a:off x="7498080" y="306324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Confirmar ferramentas (Dynatrace/FreshService/Bedrock) para a prova de conexão</a:t>
            </a:r>
            <a:endParaRPr lang="en-US" sz="1400"/>
          </a:p>
        </p:txBody>
      </p:sp>
      <p:sp>
        <p:nvSpPr>
          <p:cNvPr id="22" name="Text 20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A0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 · Cortex · RESTRITA</a:t>
            </a:r>
            <a:endParaRPr lang="en-US" sz="900"/>
          </a:p>
        </p:txBody>
      </p:sp>
      <p:sp>
        <p:nvSpPr>
          <p:cNvPr id="23" name="Text 21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0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28</Slides>
  <Notes>22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ARB Cortex — Apresentação</dc:title>
  <dc:subject>PptxGenJS Presentation</dc:subject>
  <dc:creator>PptxGenJS</dc:creator>
  <cp:revision>1</cp:revision>
  <dcterms:created xsi:type="dcterms:W3CDTF">2026-09-18T20:00:54Z</dcterms:created>
  <dcterms:modified xsi:type="dcterms:W3CDTF">2026-09-23T20:06:51Z</dcterms:modified>
</cp:coreProperties>
</file>